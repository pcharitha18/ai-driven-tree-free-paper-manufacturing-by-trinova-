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9453" y="2141768"/>
            <a:ext cx="17234535" cy="248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rgbClr val="EDEBE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9453" y="5890336"/>
            <a:ext cx="13585825" cy="13976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AFE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EDEBE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AFE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C623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EDEBE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EDEBE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4" y="19939"/>
            <a:ext cx="18282825" cy="1026706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7434" y="5301335"/>
            <a:ext cx="6204203" cy="4216527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622884" y="690244"/>
            <a:ext cx="12254865" cy="9040495"/>
          </a:xfrm>
          <a:custGeom>
            <a:avLst/>
            <a:gdLst/>
            <a:ahLst/>
            <a:cxnLst/>
            <a:rect l="l" t="t" r="r" b="b"/>
            <a:pathLst>
              <a:path w="12254865" h="9040495">
                <a:moveTo>
                  <a:pt x="4850181" y="370332"/>
                </a:moveTo>
                <a:lnTo>
                  <a:pt x="4846637" y="322186"/>
                </a:lnTo>
                <a:lnTo>
                  <a:pt x="4836376" y="276225"/>
                </a:lnTo>
                <a:lnTo>
                  <a:pt x="4819878" y="232968"/>
                </a:lnTo>
                <a:lnTo>
                  <a:pt x="4797666" y="192900"/>
                </a:lnTo>
                <a:lnTo>
                  <a:pt x="4770234" y="156540"/>
                </a:lnTo>
                <a:lnTo>
                  <a:pt x="4738090" y="124396"/>
                </a:lnTo>
                <a:lnTo>
                  <a:pt x="4701730" y="96964"/>
                </a:lnTo>
                <a:lnTo>
                  <a:pt x="4661662" y="74752"/>
                </a:lnTo>
                <a:lnTo>
                  <a:pt x="4618406" y="58254"/>
                </a:lnTo>
                <a:lnTo>
                  <a:pt x="4572444" y="47993"/>
                </a:lnTo>
                <a:lnTo>
                  <a:pt x="4524299" y="44450"/>
                </a:lnTo>
                <a:lnTo>
                  <a:pt x="388581" y="44450"/>
                </a:lnTo>
                <a:lnTo>
                  <a:pt x="340436" y="47993"/>
                </a:lnTo>
                <a:lnTo>
                  <a:pt x="294474" y="58254"/>
                </a:lnTo>
                <a:lnTo>
                  <a:pt x="251218" y="74752"/>
                </a:lnTo>
                <a:lnTo>
                  <a:pt x="211162" y="96964"/>
                </a:lnTo>
                <a:lnTo>
                  <a:pt x="174802" y="124396"/>
                </a:lnTo>
                <a:lnTo>
                  <a:pt x="142659" y="156540"/>
                </a:lnTo>
                <a:lnTo>
                  <a:pt x="115227" y="192900"/>
                </a:lnTo>
                <a:lnTo>
                  <a:pt x="93014" y="232968"/>
                </a:lnTo>
                <a:lnTo>
                  <a:pt x="76517" y="276225"/>
                </a:lnTo>
                <a:lnTo>
                  <a:pt x="66255" y="322186"/>
                </a:lnTo>
                <a:lnTo>
                  <a:pt x="62725" y="370332"/>
                </a:lnTo>
                <a:lnTo>
                  <a:pt x="62725" y="3935476"/>
                </a:lnTo>
                <a:lnTo>
                  <a:pt x="66255" y="3983596"/>
                </a:lnTo>
                <a:lnTo>
                  <a:pt x="76517" y="4029532"/>
                </a:lnTo>
                <a:lnTo>
                  <a:pt x="93014" y="4072775"/>
                </a:lnTo>
                <a:lnTo>
                  <a:pt x="115227" y="4112818"/>
                </a:lnTo>
                <a:lnTo>
                  <a:pt x="142659" y="4149166"/>
                </a:lnTo>
                <a:lnTo>
                  <a:pt x="174802" y="4181310"/>
                </a:lnTo>
                <a:lnTo>
                  <a:pt x="211162" y="4208742"/>
                </a:lnTo>
                <a:lnTo>
                  <a:pt x="251218" y="4230954"/>
                </a:lnTo>
                <a:lnTo>
                  <a:pt x="294474" y="4247439"/>
                </a:lnTo>
                <a:lnTo>
                  <a:pt x="340436" y="4257700"/>
                </a:lnTo>
                <a:lnTo>
                  <a:pt x="388581" y="4261231"/>
                </a:lnTo>
                <a:lnTo>
                  <a:pt x="4524299" y="4261231"/>
                </a:lnTo>
                <a:lnTo>
                  <a:pt x="4572444" y="4257700"/>
                </a:lnTo>
                <a:lnTo>
                  <a:pt x="4618406" y="4247439"/>
                </a:lnTo>
                <a:lnTo>
                  <a:pt x="4661662" y="4230954"/>
                </a:lnTo>
                <a:lnTo>
                  <a:pt x="4701730" y="4208742"/>
                </a:lnTo>
                <a:lnTo>
                  <a:pt x="4738090" y="4181310"/>
                </a:lnTo>
                <a:lnTo>
                  <a:pt x="4770234" y="4149166"/>
                </a:lnTo>
                <a:lnTo>
                  <a:pt x="4797666" y="4112818"/>
                </a:lnTo>
                <a:lnTo>
                  <a:pt x="4819878" y="4072775"/>
                </a:lnTo>
                <a:lnTo>
                  <a:pt x="4836376" y="4029532"/>
                </a:lnTo>
                <a:lnTo>
                  <a:pt x="4846637" y="3983596"/>
                </a:lnTo>
                <a:lnTo>
                  <a:pt x="4850181" y="3935476"/>
                </a:lnTo>
                <a:lnTo>
                  <a:pt x="4850181" y="370332"/>
                </a:lnTo>
                <a:close/>
              </a:path>
              <a:path w="12254865" h="9040495">
                <a:moveTo>
                  <a:pt x="4912919" y="4877689"/>
                </a:moveTo>
                <a:lnTo>
                  <a:pt x="4909451" y="4835944"/>
                </a:lnTo>
                <a:lnTo>
                  <a:pt x="4899355" y="4795901"/>
                </a:lnTo>
                <a:lnTo>
                  <a:pt x="4883086" y="4757928"/>
                </a:lnTo>
                <a:lnTo>
                  <a:pt x="4861090" y="4722393"/>
                </a:lnTo>
                <a:lnTo>
                  <a:pt x="4833823" y="4689665"/>
                </a:lnTo>
                <a:lnTo>
                  <a:pt x="4801743" y="4660112"/>
                </a:lnTo>
                <a:lnTo>
                  <a:pt x="4765281" y="4634103"/>
                </a:lnTo>
                <a:lnTo>
                  <a:pt x="4724920" y="4611992"/>
                </a:lnTo>
                <a:lnTo>
                  <a:pt x="4681080" y="4594161"/>
                </a:lnTo>
                <a:lnTo>
                  <a:pt x="4634230" y="4580966"/>
                </a:lnTo>
                <a:lnTo>
                  <a:pt x="4584827" y="4572787"/>
                </a:lnTo>
                <a:lnTo>
                  <a:pt x="4533316" y="4569968"/>
                </a:lnTo>
                <a:lnTo>
                  <a:pt x="379641" y="4569968"/>
                </a:lnTo>
                <a:lnTo>
                  <a:pt x="328117" y="4572787"/>
                </a:lnTo>
                <a:lnTo>
                  <a:pt x="278701" y="4580966"/>
                </a:lnTo>
                <a:lnTo>
                  <a:pt x="231851" y="4594161"/>
                </a:lnTo>
                <a:lnTo>
                  <a:pt x="188010" y="4611992"/>
                </a:lnTo>
                <a:lnTo>
                  <a:pt x="147637" y="4634103"/>
                </a:lnTo>
                <a:lnTo>
                  <a:pt x="111175" y="4660112"/>
                </a:lnTo>
                <a:lnTo>
                  <a:pt x="79095" y="4689665"/>
                </a:lnTo>
                <a:lnTo>
                  <a:pt x="51816" y="4722393"/>
                </a:lnTo>
                <a:lnTo>
                  <a:pt x="29819" y="4757928"/>
                </a:lnTo>
                <a:lnTo>
                  <a:pt x="13550" y="4795901"/>
                </a:lnTo>
                <a:lnTo>
                  <a:pt x="3454" y="4835944"/>
                </a:lnTo>
                <a:lnTo>
                  <a:pt x="0" y="4877689"/>
                </a:lnTo>
                <a:lnTo>
                  <a:pt x="0" y="8732723"/>
                </a:lnTo>
                <a:lnTo>
                  <a:pt x="3454" y="8774468"/>
                </a:lnTo>
                <a:lnTo>
                  <a:pt x="13550" y="8814498"/>
                </a:lnTo>
                <a:lnTo>
                  <a:pt x="29819" y="8852459"/>
                </a:lnTo>
                <a:lnTo>
                  <a:pt x="51816" y="8887993"/>
                </a:lnTo>
                <a:lnTo>
                  <a:pt x="79095" y="8920709"/>
                </a:lnTo>
                <a:lnTo>
                  <a:pt x="111175" y="8950261"/>
                </a:lnTo>
                <a:lnTo>
                  <a:pt x="147637" y="8976284"/>
                </a:lnTo>
                <a:lnTo>
                  <a:pt x="188010" y="8998382"/>
                </a:lnTo>
                <a:lnTo>
                  <a:pt x="231851" y="9016225"/>
                </a:lnTo>
                <a:lnTo>
                  <a:pt x="278701" y="9029421"/>
                </a:lnTo>
                <a:lnTo>
                  <a:pt x="328117" y="9037599"/>
                </a:lnTo>
                <a:lnTo>
                  <a:pt x="379641" y="9040406"/>
                </a:lnTo>
                <a:lnTo>
                  <a:pt x="4533316" y="9040406"/>
                </a:lnTo>
                <a:lnTo>
                  <a:pt x="4584827" y="9037599"/>
                </a:lnTo>
                <a:lnTo>
                  <a:pt x="4634230" y="9029421"/>
                </a:lnTo>
                <a:lnTo>
                  <a:pt x="4681080" y="9016238"/>
                </a:lnTo>
                <a:lnTo>
                  <a:pt x="4724920" y="8998407"/>
                </a:lnTo>
                <a:lnTo>
                  <a:pt x="4765281" y="8976309"/>
                </a:lnTo>
                <a:lnTo>
                  <a:pt x="4801743" y="8950300"/>
                </a:lnTo>
                <a:lnTo>
                  <a:pt x="4833823" y="8920759"/>
                </a:lnTo>
                <a:lnTo>
                  <a:pt x="4861090" y="8888031"/>
                </a:lnTo>
                <a:lnTo>
                  <a:pt x="4883086" y="8852510"/>
                </a:lnTo>
                <a:lnTo>
                  <a:pt x="4899355" y="8814537"/>
                </a:lnTo>
                <a:lnTo>
                  <a:pt x="4909451" y="8774481"/>
                </a:lnTo>
                <a:lnTo>
                  <a:pt x="4912919" y="8732723"/>
                </a:lnTo>
                <a:lnTo>
                  <a:pt x="4912919" y="4877689"/>
                </a:lnTo>
                <a:close/>
              </a:path>
              <a:path w="12254865" h="9040495">
                <a:moveTo>
                  <a:pt x="12254535" y="338074"/>
                </a:moveTo>
                <a:lnTo>
                  <a:pt x="12251436" y="292214"/>
                </a:lnTo>
                <a:lnTo>
                  <a:pt x="12242444" y="248208"/>
                </a:lnTo>
                <a:lnTo>
                  <a:pt x="12227954" y="206502"/>
                </a:lnTo>
                <a:lnTo>
                  <a:pt x="12208370" y="167462"/>
                </a:lnTo>
                <a:lnTo>
                  <a:pt x="12184075" y="131508"/>
                </a:lnTo>
                <a:lnTo>
                  <a:pt x="12155500" y="99034"/>
                </a:lnTo>
                <a:lnTo>
                  <a:pt x="12123026" y="70459"/>
                </a:lnTo>
                <a:lnTo>
                  <a:pt x="12087073" y="46164"/>
                </a:lnTo>
                <a:lnTo>
                  <a:pt x="12048033" y="26581"/>
                </a:lnTo>
                <a:lnTo>
                  <a:pt x="12006326" y="12090"/>
                </a:lnTo>
                <a:lnTo>
                  <a:pt x="11962321" y="3098"/>
                </a:lnTo>
                <a:lnTo>
                  <a:pt x="11916461" y="0"/>
                </a:lnTo>
                <a:lnTo>
                  <a:pt x="5506009" y="0"/>
                </a:lnTo>
                <a:lnTo>
                  <a:pt x="5460136" y="3098"/>
                </a:lnTo>
                <a:lnTo>
                  <a:pt x="5416131" y="12090"/>
                </a:lnTo>
                <a:lnTo>
                  <a:pt x="5374424" y="26581"/>
                </a:lnTo>
                <a:lnTo>
                  <a:pt x="5335384" y="46164"/>
                </a:lnTo>
                <a:lnTo>
                  <a:pt x="5299430" y="70459"/>
                </a:lnTo>
                <a:lnTo>
                  <a:pt x="5266956" y="99034"/>
                </a:lnTo>
                <a:lnTo>
                  <a:pt x="5238381" y="131508"/>
                </a:lnTo>
                <a:lnTo>
                  <a:pt x="5214086" y="167462"/>
                </a:lnTo>
                <a:lnTo>
                  <a:pt x="5194503" y="206502"/>
                </a:lnTo>
                <a:lnTo>
                  <a:pt x="5180012" y="248208"/>
                </a:lnTo>
                <a:lnTo>
                  <a:pt x="5171021" y="292214"/>
                </a:lnTo>
                <a:lnTo>
                  <a:pt x="5167935" y="338074"/>
                </a:lnTo>
                <a:lnTo>
                  <a:pt x="5167935" y="4036568"/>
                </a:lnTo>
                <a:lnTo>
                  <a:pt x="5171021" y="4082440"/>
                </a:lnTo>
                <a:lnTo>
                  <a:pt x="5180012" y="4126446"/>
                </a:lnTo>
                <a:lnTo>
                  <a:pt x="5194503" y="4168152"/>
                </a:lnTo>
                <a:lnTo>
                  <a:pt x="5214086" y="4207192"/>
                </a:lnTo>
                <a:lnTo>
                  <a:pt x="5238381" y="4243146"/>
                </a:lnTo>
                <a:lnTo>
                  <a:pt x="5266956" y="4275620"/>
                </a:lnTo>
                <a:lnTo>
                  <a:pt x="5299430" y="4304195"/>
                </a:lnTo>
                <a:lnTo>
                  <a:pt x="5335384" y="4328490"/>
                </a:lnTo>
                <a:lnTo>
                  <a:pt x="5374424" y="4348073"/>
                </a:lnTo>
                <a:lnTo>
                  <a:pt x="5416131" y="4362564"/>
                </a:lnTo>
                <a:lnTo>
                  <a:pt x="5460136" y="4371556"/>
                </a:lnTo>
                <a:lnTo>
                  <a:pt x="5506009" y="4374642"/>
                </a:lnTo>
                <a:lnTo>
                  <a:pt x="11916461" y="4374642"/>
                </a:lnTo>
                <a:lnTo>
                  <a:pt x="11962321" y="4371556"/>
                </a:lnTo>
                <a:lnTo>
                  <a:pt x="12006326" y="4362564"/>
                </a:lnTo>
                <a:lnTo>
                  <a:pt x="12048033" y="4348073"/>
                </a:lnTo>
                <a:lnTo>
                  <a:pt x="12087073" y="4328490"/>
                </a:lnTo>
                <a:lnTo>
                  <a:pt x="12123026" y="4304195"/>
                </a:lnTo>
                <a:lnTo>
                  <a:pt x="12155500" y="4275620"/>
                </a:lnTo>
                <a:lnTo>
                  <a:pt x="12184075" y="4243146"/>
                </a:lnTo>
                <a:lnTo>
                  <a:pt x="12208370" y="4207192"/>
                </a:lnTo>
                <a:lnTo>
                  <a:pt x="12227954" y="4168152"/>
                </a:lnTo>
                <a:lnTo>
                  <a:pt x="12242444" y="4126446"/>
                </a:lnTo>
                <a:lnTo>
                  <a:pt x="12251436" y="4082440"/>
                </a:lnTo>
                <a:lnTo>
                  <a:pt x="12254535" y="4036568"/>
                </a:lnTo>
                <a:lnTo>
                  <a:pt x="12254535" y="338074"/>
                </a:lnTo>
                <a:close/>
              </a:path>
            </a:pathLst>
          </a:custGeom>
          <a:solidFill>
            <a:srgbClr val="C623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3871702" y="6891273"/>
            <a:ext cx="3896360" cy="1380490"/>
          </a:xfrm>
          <a:custGeom>
            <a:avLst/>
            <a:gdLst/>
            <a:ahLst/>
            <a:cxnLst/>
            <a:rect l="l" t="t" r="r" b="b"/>
            <a:pathLst>
              <a:path w="3896359" h="1380490">
                <a:moveTo>
                  <a:pt x="3702050" y="0"/>
                </a:moveTo>
                <a:lnTo>
                  <a:pt x="194309" y="0"/>
                </a:lnTo>
                <a:lnTo>
                  <a:pt x="149756" y="5432"/>
                </a:lnTo>
                <a:lnTo>
                  <a:pt x="108857" y="20910"/>
                </a:lnTo>
                <a:lnTo>
                  <a:pt x="72778" y="45206"/>
                </a:lnTo>
                <a:lnTo>
                  <a:pt x="42687" y="77091"/>
                </a:lnTo>
                <a:lnTo>
                  <a:pt x="19749" y="115336"/>
                </a:lnTo>
                <a:lnTo>
                  <a:pt x="5131" y="158713"/>
                </a:lnTo>
                <a:lnTo>
                  <a:pt x="0" y="205994"/>
                </a:lnTo>
                <a:lnTo>
                  <a:pt x="0" y="1174242"/>
                </a:lnTo>
                <a:lnTo>
                  <a:pt x="5131" y="1221482"/>
                </a:lnTo>
                <a:lnTo>
                  <a:pt x="19749" y="1264843"/>
                </a:lnTo>
                <a:lnTo>
                  <a:pt x="42687" y="1303091"/>
                </a:lnTo>
                <a:lnTo>
                  <a:pt x="72778" y="1334989"/>
                </a:lnTo>
                <a:lnTo>
                  <a:pt x="108857" y="1359302"/>
                </a:lnTo>
                <a:lnTo>
                  <a:pt x="149756" y="1374796"/>
                </a:lnTo>
                <a:lnTo>
                  <a:pt x="194309" y="1380236"/>
                </a:lnTo>
                <a:lnTo>
                  <a:pt x="3702050" y="1380236"/>
                </a:lnTo>
                <a:lnTo>
                  <a:pt x="3746603" y="1374796"/>
                </a:lnTo>
                <a:lnTo>
                  <a:pt x="3787502" y="1359302"/>
                </a:lnTo>
                <a:lnTo>
                  <a:pt x="3823581" y="1334989"/>
                </a:lnTo>
                <a:lnTo>
                  <a:pt x="3853672" y="1303091"/>
                </a:lnTo>
                <a:lnTo>
                  <a:pt x="3876610" y="1264843"/>
                </a:lnTo>
                <a:lnTo>
                  <a:pt x="3891228" y="1221482"/>
                </a:lnTo>
                <a:lnTo>
                  <a:pt x="3896359" y="1174242"/>
                </a:lnTo>
                <a:lnTo>
                  <a:pt x="3896359" y="205994"/>
                </a:lnTo>
                <a:lnTo>
                  <a:pt x="3891228" y="158713"/>
                </a:lnTo>
                <a:lnTo>
                  <a:pt x="3876610" y="115336"/>
                </a:lnTo>
                <a:lnTo>
                  <a:pt x="3853672" y="77091"/>
                </a:lnTo>
                <a:lnTo>
                  <a:pt x="3823581" y="45206"/>
                </a:lnTo>
                <a:lnTo>
                  <a:pt x="3787502" y="20910"/>
                </a:lnTo>
                <a:lnTo>
                  <a:pt x="3746603" y="5432"/>
                </a:lnTo>
                <a:lnTo>
                  <a:pt x="3702050" y="0"/>
                </a:lnTo>
                <a:close/>
              </a:path>
            </a:pathLst>
          </a:custGeom>
          <a:solidFill>
            <a:srgbClr val="EDEB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5914" y="2144344"/>
            <a:ext cx="13991590" cy="15634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rgbClr val="EDEBE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71904" y="3342487"/>
            <a:ext cx="9762490" cy="58788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AFE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Relationship Id="rId8" Type="http://schemas.openxmlformats.org/officeDocument/2006/relationships/image" Target="../media/image1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jpg"/><Relationship Id="rId5" Type="http://schemas.openxmlformats.org/officeDocument/2006/relationships/image" Target="../media/image10.jpg"/><Relationship Id="rId6" Type="http://schemas.openxmlformats.org/officeDocument/2006/relationships/image" Target="../media/image16.jpg"/><Relationship Id="rId7" Type="http://schemas.openxmlformats.org/officeDocument/2006/relationships/image" Target="../media/image13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jpg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0" b="1">
                <a:solidFill>
                  <a:srgbClr val="FF0000"/>
                </a:solidFill>
                <a:latin typeface="Times New Roman"/>
                <a:cs typeface="Times New Roman"/>
              </a:rPr>
              <a:t>Team</a:t>
            </a:r>
            <a:r>
              <a:rPr dirty="0" sz="9000" spc="-9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9000" b="1">
                <a:solidFill>
                  <a:srgbClr val="FF0000"/>
                </a:solidFill>
                <a:latin typeface="Times New Roman"/>
                <a:cs typeface="Times New Roman"/>
              </a:rPr>
              <a:t>Name-</a:t>
            </a:r>
            <a:r>
              <a:rPr dirty="0" sz="9000" spc="-9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9000" b="1">
                <a:solidFill>
                  <a:srgbClr val="FFFFFF"/>
                </a:solidFill>
                <a:latin typeface="Times New Roman"/>
                <a:cs typeface="Times New Roman"/>
              </a:rPr>
              <a:t>TRINOVA</a:t>
            </a:r>
            <a:r>
              <a:rPr dirty="0" sz="9000" spc="-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9000" spc="-25" b="1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endParaRPr sz="9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224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dirty="0" sz="6800">
                <a:solidFill>
                  <a:srgbClr val="FF0000"/>
                </a:solidFill>
              </a:rPr>
              <a:t>PROJECT</a:t>
            </a:r>
            <a:r>
              <a:rPr dirty="0" sz="6800" spc="-15">
                <a:solidFill>
                  <a:srgbClr val="FF0000"/>
                </a:solidFill>
              </a:rPr>
              <a:t> </a:t>
            </a:r>
            <a:r>
              <a:rPr dirty="0" sz="6800">
                <a:solidFill>
                  <a:srgbClr val="FF0000"/>
                </a:solidFill>
              </a:rPr>
              <a:t>TITLE-</a:t>
            </a:r>
            <a:r>
              <a:rPr dirty="0" sz="6800" spc="15">
                <a:solidFill>
                  <a:srgbClr val="FF0000"/>
                </a:solidFill>
              </a:rPr>
              <a:t> </a:t>
            </a:r>
            <a:r>
              <a:rPr dirty="0" sz="6600" spc="-20">
                <a:solidFill>
                  <a:srgbClr val="FFFFFF"/>
                </a:solidFill>
              </a:rPr>
              <a:t>AI-</a:t>
            </a:r>
            <a:r>
              <a:rPr dirty="0" sz="6600">
                <a:solidFill>
                  <a:srgbClr val="FFFFFF"/>
                </a:solidFill>
              </a:rPr>
              <a:t>Driven</a:t>
            </a:r>
            <a:r>
              <a:rPr dirty="0" sz="6600" spc="10">
                <a:solidFill>
                  <a:srgbClr val="FFFFFF"/>
                </a:solidFill>
              </a:rPr>
              <a:t> </a:t>
            </a:r>
            <a:r>
              <a:rPr dirty="0" sz="6600" spc="-20">
                <a:solidFill>
                  <a:srgbClr val="FFFFFF"/>
                </a:solidFill>
              </a:rPr>
              <a:t>Tree-</a:t>
            </a:r>
            <a:r>
              <a:rPr dirty="0" sz="6600">
                <a:solidFill>
                  <a:srgbClr val="FFFFFF"/>
                </a:solidFill>
              </a:rPr>
              <a:t>Free</a:t>
            </a:r>
            <a:r>
              <a:rPr dirty="0" sz="6600" spc="-20">
                <a:solidFill>
                  <a:srgbClr val="FFFFFF"/>
                </a:solidFill>
              </a:rPr>
              <a:t> </a:t>
            </a:r>
            <a:r>
              <a:rPr dirty="0" sz="6600" spc="-10">
                <a:solidFill>
                  <a:srgbClr val="FFFFFF"/>
                </a:solidFill>
              </a:rPr>
              <a:t>Paper</a:t>
            </a:r>
            <a:endParaRPr sz="6600"/>
          </a:p>
          <a:p>
            <a:pPr marL="6929120">
              <a:lnSpc>
                <a:spcPct val="100000"/>
              </a:lnSpc>
              <a:spcBef>
                <a:spcPts val="1620"/>
              </a:spcBef>
              <a:tabLst>
                <a:tab pos="12586970" algn="l"/>
                <a:tab pos="13774419" algn="l"/>
              </a:tabLst>
            </a:pPr>
            <a:r>
              <a:rPr dirty="0" sz="6600" spc="-10">
                <a:solidFill>
                  <a:srgbClr val="FFFFFF"/>
                </a:solidFill>
              </a:rPr>
              <a:t>Manufacturing</a:t>
            </a:r>
            <a:r>
              <a:rPr dirty="0" sz="6600">
                <a:solidFill>
                  <a:srgbClr val="FFFFFF"/>
                </a:solidFill>
              </a:rPr>
              <a:t>	</a:t>
            </a:r>
            <a:r>
              <a:rPr dirty="0" sz="6600" spc="-25">
                <a:solidFill>
                  <a:srgbClr val="FFFFFF"/>
                </a:solidFill>
              </a:rPr>
              <a:t>By</a:t>
            </a:r>
            <a:r>
              <a:rPr dirty="0" sz="6600">
                <a:solidFill>
                  <a:srgbClr val="FFFFFF"/>
                </a:solidFill>
              </a:rPr>
              <a:t>	</a:t>
            </a:r>
            <a:r>
              <a:rPr dirty="0" sz="6600" spc="-10">
                <a:solidFill>
                  <a:srgbClr val="FFFFFF"/>
                </a:solidFill>
              </a:rPr>
              <a:t>Trinova</a:t>
            </a:r>
            <a:endParaRPr sz="6600"/>
          </a:p>
        </p:txBody>
      </p:sp>
      <p:grpSp>
        <p:nvGrpSpPr>
          <p:cNvPr id="4" name="object 4" descr=""/>
          <p:cNvGrpSpPr/>
          <p:nvPr/>
        </p:nvGrpSpPr>
        <p:grpSpPr>
          <a:xfrm>
            <a:off x="1178052" y="0"/>
            <a:ext cx="17110075" cy="10287000"/>
            <a:chOff x="1178052" y="0"/>
            <a:chExt cx="17110075" cy="10287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20087" y="8903714"/>
              <a:ext cx="3367913" cy="138328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8052" y="0"/>
              <a:ext cx="2671318" cy="185991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31230" y="0"/>
              <a:ext cx="5260086" cy="185991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85012" y="0"/>
              <a:ext cx="2368296" cy="18599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9785350"/>
            <a:chOff x="0" y="0"/>
            <a:chExt cx="18288000" cy="97853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70105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617" y="766152"/>
              <a:ext cx="16688942" cy="901865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37842" y="2767965"/>
            <a:ext cx="631063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95930" algn="l"/>
              </a:tabLst>
            </a:pPr>
            <a:r>
              <a:rPr dirty="0" sz="6000" spc="-10">
                <a:solidFill>
                  <a:srgbClr val="001F5F"/>
                </a:solidFill>
              </a:rPr>
              <a:t>Problem</a:t>
            </a:r>
            <a:r>
              <a:rPr dirty="0" sz="6000">
                <a:solidFill>
                  <a:srgbClr val="001F5F"/>
                </a:solidFill>
              </a:rPr>
              <a:t>	</a:t>
            </a:r>
            <a:r>
              <a:rPr dirty="0" sz="6000" spc="-10">
                <a:solidFill>
                  <a:srgbClr val="001F5F"/>
                </a:solidFill>
              </a:rPr>
              <a:t>Statement</a:t>
            </a:r>
            <a:endParaRPr sz="6000"/>
          </a:p>
        </p:txBody>
      </p:sp>
      <p:sp>
        <p:nvSpPr>
          <p:cNvPr id="6" name="object 6" descr=""/>
          <p:cNvSpPr txBox="1"/>
          <p:nvPr/>
        </p:nvSpPr>
        <p:spPr>
          <a:xfrm>
            <a:off x="1629536" y="3625886"/>
            <a:ext cx="9912350" cy="5410200"/>
          </a:xfrm>
          <a:prstGeom prst="rect">
            <a:avLst/>
          </a:prstGeom>
        </p:spPr>
        <p:txBody>
          <a:bodyPr wrap="square" lIns="0" tIns="198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Detailed</a:t>
            </a:r>
            <a:r>
              <a:rPr dirty="0" sz="32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FFFFFF"/>
                </a:solidFill>
                <a:latin typeface="Times New Roman"/>
                <a:cs typeface="Times New Roman"/>
              </a:rPr>
              <a:t>Problem</a:t>
            </a:r>
            <a:r>
              <a:rPr dirty="0" sz="32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Times New Roman"/>
                <a:cs typeface="Times New Roman"/>
              </a:rPr>
              <a:t>Statement:-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60"/>
              </a:spcBef>
              <a:buClr>
                <a:srgbClr val="000000"/>
              </a:buClr>
              <a:buFont typeface="Wingdings"/>
              <a:buChar char=""/>
              <a:tabLst>
                <a:tab pos="469265" algn="l"/>
              </a:tabLst>
            </a:pP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Traditional</a:t>
            </a:r>
            <a:r>
              <a:rPr dirty="0" sz="3200" spc="-45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paper</a:t>
            </a:r>
            <a:r>
              <a:rPr dirty="0" sz="3200" spc="-25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manufacturing</a:t>
            </a:r>
            <a:r>
              <a:rPr dirty="0" sz="3200" spc="-25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depends</a:t>
            </a:r>
            <a:r>
              <a:rPr dirty="0" sz="3200" spc="-45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on</a:t>
            </a:r>
            <a:r>
              <a:rPr dirty="0" sz="3200" spc="-15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cutting</a:t>
            </a:r>
            <a:r>
              <a:rPr dirty="0" sz="3200" spc="-5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92D050"/>
                </a:solidFill>
                <a:latin typeface="Times New Roman"/>
                <a:cs typeface="Times New Roman"/>
              </a:rPr>
              <a:t>trees.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55"/>
              </a:spcBef>
              <a:buClr>
                <a:srgbClr val="000000"/>
              </a:buClr>
              <a:buFont typeface="Wingdings"/>
              <a:buChar char=""/>
              <a:tabLst>
                <a:tab pos="469265" algn="l"/>
              </a:tabLst>
            </a:pP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Millions</a:t>
            </a:r>
            <a:r>
              <a:rPr dirty="0" sz="3200" spc="-10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of</a:t>
            </a:r>
            <a:r>
              <a:rPr dirty="0" sz="3200" spc="-30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trees</a:t>
            </a:r>
            <a:r>
              <a:rPr dirty="0" sz="3200" spc="-5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are</a:t>
            </a:r>
            <a:r>
              <a:rPr dirty="0" sz="3200" spc="-10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cut</a:t>
            </a:r>
            <a:r>
              <a:rPr dirty="0" sz="3200" spc="-20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every</a:t>
            </a:r>
            <a:r>
              <a:rPr dirty="0" sz="3200" spc="-30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year</a:t>
            </a:r>
            <a:r>
              <a:rPr dirty="0" sz="3200" spc="-30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for</a:t>
            </a:r>
            <a:r>
              <a:rPr dirty="0" sz="3200" spc="-25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paper</a:t>
            </a:r>
            <a:r>
              <a:rPr dirty="0" sz="3200" spc="-25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92D050"/>
                </a:solidFill>
                <a:latin typeface="Times New Roman"/>
                <a:cs typeface="Times New Roman"/>
              </a:rPr>
              <a:t>demand.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65"/>
              </a:spcBef>
              <a:buClr>
                <a:srgbClr val="000000"/>
              </a:buClr>
              <a:buFont typeface="Wingdings"/>
              <a:buChar char=""/>
              <a:tabLst>
                <a:tab pos="469265" algn="l"/>
              </a:tabLst>
            </a:pP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Causes</a:t>
            </a:r>
            <a:r>
              <a:rPr dirty="0" sz="3200" spc="-30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deforestation</a:t>
            </a:r>
            <a:r>
              <a:rPr dirty="0" sz="3200" spc="-65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and</a:t>
            </a:r>
            <a:r>
              <a:rPr dirty="0" sz="3200" spc="-40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loss</a:t>
            </a:r>
            <a:r>
              <a:rPr dirty="0" sz="3200" spc="-20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of</a:t>
            </a:r>
            <a:r>
              <a:rPr dirty="0" sz="3200" spc="-50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92D050"/>
                </a:solidFill>
                <a:latin typeface="Times New Roman"/>
                <a:cs typeface="Times New Roman"/>
              </a:rPr>
              <a:t>biodiversity.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65"/>
              </a:spcBef>
              <a:buClr>
                <a:srgbClr val="000000"/>
              </a:buClr>
              <a:buFont typeface="Wingdings"/>
              <a:buChar char=""/>
              <a:tabLst>
                <a:tab pos="469265" algn="l"/>
              </a:tabLst>
            </a:pP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Uses</a:t>
            </a:r>
            <a:r>
              <a:rPr dirty="0" sz="3200" spc="-15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large</a:t>
            </a:r>
            <a:r>
              <a:rPr dirty="0" sz="3200" spc="-20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amounts</a:t>
            </a:r>
            <a:r>
              <a:rPr dirty="0" sz="3200" spc="-25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of</a:t>
            </a:r>
            <a:r>
              <a:rPr dirty="0" sz="3200" spc="-15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water</a:t>
            </a:r>
            <a:r>
              <a:rPr dirty="0" sz="3200" spc="-25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and</a:t>
            </a:r>
            <a:r>
              <a:rPr dirty="0" sz="3200" spc="-20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toxic</a:t>
            </a:r>
            <a:r>
              <a:rPr dirty="0" sz="3200" spc="-30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92D050"/>
                </a:solidFill>
                <a:latin typeface="Times New Roman"/>
                <a:cs typeface="Times New Roman"/>
              </a:rPr>
              <a:t>chemicals.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55"/>
              </a:spcBef>
              <a:buClr>
                <a:srgbClr val="000000"/>
              </a:buClr>
              <a:buFont typeface="Wingdings"/>
              <a:buChar char=""/>
              <a:tabLst>
                <a:tab pos="469265" algn="l"/>
              </a:tabLst>
            </a:pP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Pollutes</a:t>
            </a:r>
            <a:r>
              <a:rPr dirty="0" sz="3200" spc="-15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rivers,</a:t>
            </a:r>
            <a:r>
              <a:rPr dirty="0" sz="3200" spc="-5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soil,</a:t>
            </a:r>
            <a:r>
              <a:rPr dirty="0" sz="3200" spc="-10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and </a:t>
            </a:r>
            <a:r>
              <a:rPr dirty="0" sz="3200" spc="-20">
                <a:solidFill>
                  <a:srgbClr val="92D050"/>
                </a:solidFill>
                <a:latin typeface="Times New Roman"/>
                <a:cs typeface="Times New Roman"/>
              </a:rPr>
              <a:t>air.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60"/>
              </a:spcBef>
              <a:buClr>
                <a:srgbClr val="000000"/>
              </a:buClr>
              <a:buFont typeface="Wingdings"/>
              <a:buChar char=""/>
              <a:tabLst>
                <a:tab pos="469265" algn="l"/>
              </a:tabLst>
            </a:pP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Recycling</a:t>
            </a:r>
            <a:r>
              <a:rPr dirty="0" sz="3200" spc="-45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alone</a:t>
            </a:r>
            <a:r>
              <a:rPr dirty="0" sz="3200" spc="-35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is</a:t>
            </a:r>
            <a:r>
              <a:rPr dirty="0" sz="3200" spc="-15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not</a:t>
            </a:r>
            <a:r>
              <a:rPr dirty="0" sz="3200" spc="-50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92D050"/>
                </a:solidFill>
                <a:latin typeface="Times New Roman"/>
                <a:cs typeface="Times New Roman"/>
              </a:rPr>
              <a:t>sufficient.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455"/>
              </a:spcBef>
              <a:buClr>
                <a:srgbClr val="000000"/>
              </a:buClr>
              <a:buFont typeface="Wingdings"/>
              <a:buChar char=""/>
              <a:tabLst>
                <a:tab pos="469265" algn="l"/>
              </a:tabLst>
            </a:pP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Need</a:t>
            </a:r>
            <a:r>
              <a:rPr dirty="0" sz="3200" spc="-35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for</a:t>
            </a:r>
            <a:r>
              <a:rPr dirty="0" sz="3200" spc="-35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a</a:t>
            </a:r>
            <a:r>
              <a:rPr dirty="0" sz="3200" spc="-15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sustainable</a:t>
            </a:r>
            <a:r>
              <a:rPr dirty="0" sz="3200" spc="-40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and</a:t>
            </a:r>
            <a:r>
              <a:rPr dirty="0" sz="3200" spc="-35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92D050"/>
                </a:solidFill>
                <a:latin typeface="Times New Roman"/>
                <a:cs typeface="Times New Roman"/>
              </a:rPr>
              <a:t>scalable</a:t>
            </a:r>
            <a:r>
              <a:rPr dirty="0" sz="3200" spc="-25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92D050"/>
                </a:solidFill>
                <a:latin typeface="Times New Roman"/>
                <a:cs typeface="Times New Roman"/>
              </a:rPr>
              <a:t>alternative.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0"/>
            <a:ext cx="16744950" cy="8849360"/>
            <a:chOff x="0" y="0"/>
            <a:chExt cx="16744950" cy="884936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625322" y="959866"/>
              <a:ext cx="3119500" cy="129412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2236215" cy="1739773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77742" y="0"/>
              <a:ext cx="5605652" cy="1701038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810621" y="0"/>
              <a:ext cx="2282571" cy="1701038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951842" y="4751070"/>
              <a:ext cx="4223512" cy="409790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1904" y="2509774"/>
            <a:ext cx="2593975" cy="8178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5200" spc="-1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Solution:</a:t>
            </a:r>
            <a:endParaRPr sz="5200"/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9855" rIns="0" bIns="0" rtlCol="0" vert="horz">
            <a:spAutoFit/>
          </a:bodyPr>
          <a:lstStyle/>
          <a:p>
            <a:pPr marL="334010" indent="-325755">
              <a:lnSpc>
                <a:spcPct val="100000"/>
              </a:lnSpc>
              <a:spcBef>
                <a:spcPts val="865"/>
              </a:spcBef>
              <a:buClr>
                <a:srgbClr val="000000"/>
              </a:buClr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dirty="0"/>
              <a:t>Create</a:t>
            </a:r>
            <a:r>
              <a:rPr dirty="0" spc="-10"/>
              <a:t> </a:t>
            </a:r>
            <a:r>
              <a:rPr dirty="0"/>
              <a:t>high-quality</a:t>
            </a:r>
            <a:r>
              <a:rPr dirty="0" spc="-65"/>
              <a:t> </a:t>
            </a:r>
            <a:r>
              <a:rPr dirty="0"/>
              <a:t>white</a:t>
            </a:r>
            <a:r>
              <a:rPr dirty="0" spc="-20"/>
              <a:t> </a:t>
            </a:r>
            <a:r>
              <a:rPr dirty="0"/>
              <a:t>paper</a:t>
            </a:r>
            <a:r>
              <a:rPr dirty="0" spc="-55"/>
              <a:t> </a:t>
            </a:r>
            <a:r>
              <a:rPr dirty="0"/>
              <a:t>without</a:t>
            </a:r>
            <a:r>
              <a:rPr dirty="0" spc="-50"/>
              <a:t> </a:t>
            </a:r>
            <a:r>
              <a:rPr dirty="0"/>
              <a:t>cutting</a:t>
            </a:r>
            <a:r>
              <a:rPr dirty="0" spc="-35"/>
              <a:t> </a:t>
            </a:r>
            <a:r>
              <a:rPr dirty="0" spc="-10"/>
              <a:t>trees.</a:t>
            </a:r>
          </a:p>
          <a:p>
            <a:pPr marL="334010" indent="-325755">
              <a:lnSpc>
                <a:spcPct val="100000"/>
              </a:lnSpc>
              <a:spcBef>
                <a:spcPts val="770"/>
              </a:spcBef>
              <a:buClr>
                <a:srgbClr val="000000"/>
              </a:buClr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dirty="0"/>
              <a:t>Use</a:t>
            </a:r>
            <a:r>
              <a:rPr dirty="0" spc="-15"/>
              <a:t> </a:t>
            </a:r>
            <a:r>
              <a:rPr dirty="0"/>
              <a:t>AI,</a:t>
            </a:r>
            <a:r>
              <a:rPr dirty="0" spc="-25"/>
              <a:t> </a:t>
            </a:r>
            <a:r>
              <a:rPr dirty="0"/>
              <a:t>material</a:t>
            </a:r>
            <a:r>
              <a:rPr dirty="0" spc="-45"/>
              <a:t> </a:t>
            </a:r>
            <a:r>
              <a:rPr dirty="0"/>
              <a:t>science,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safe</a:t>
            </a:r>
            <a:r>
              <a:rPr dirty="0" spc="-15"/>
              <a:t> </a:t>
            </a:r>
            <a:r>
              <a:rPr dirty="0"/>
              <a:t>chemical</a:t>
            </a:r>
            <a:r>
              <a:rPr dirty="0" spc="-45"/>
              <a:t> </a:t>
            </a:r>
            <a:r>
              <a:rPr dirty="0" spc="-10"/>
              <a:t>engineering.</a:t>
            </a:r>
          </a:p>
          <a:p>
            <a:pPr marL="334010" indent="-325755">
              <a:lnSpc>
                <a:spcPct val="100000"/>
              </a:lnSpc>
              <a:spcBef>
                <a:spcPts val="770"/>
              </a:spcBef>
              <a:buClr>
                <a:srgbClr val="000000"/>
              </a:buClr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dirty="0"/>
              <a:t>Eliminate</a:t>
            </a:r>
            <a:r>
              <a:rPr dirty="0" spc="-50"/>
              <a:t> </a:t>
            </a:r>
            <a:r>
              <a:rPr dirty="0"/>
              <a:t>deforestation</a:t>
            </a:r>
            <a:r>
              <a:rPr dirty="0" spc="-55"/>
              <a:t> </a:t>
            </a:r>
            <a:r>
              <a:rPr dirty="0"/>
              <a:t>caused</a:t>
            </a:r>
            <a:r>
              <a:rPr dirty="0" spc="-50"/>
              <a:t> </a:t>
            </a:r>
            <a:r>
              <a:rPr dirty="0"/>
              <a:t>by</a:t>
            </a:r>
            <a:r>
              <a:rPr dirty="0" spc="-15"/>
              <a:t> </a:t>
            </a:r>
            <a:r>
              <a:rPr dirty="0"/>
              <a:t>paper</a:t>
            </a:r>
            <a:r>
              <a:rPr dirty="0" spc="-55"/>
              <a:t> </a:t>
            </a:r>
            <a:r>
              <a:rPr dirty="0" spc="-10"/>
              <a:t>industry.</a:t>
            </a:r>
          </a:p>
          <a:p>
            <a:pPr marL="334010" indent="-325755">
              <a:lnSpc>
                <a:spcPct val="100000"/>
              </a:lnSpc>
              <a:spcBef>
                <a:spcPts val="770"/>
              </a:spcBef>
              <a:buClr>
                <a:srgbClr val="000000"/>
              </a:buClr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dirty="0"/>
              <a:t>Maintain</a:t>
            </a:r>
            <a:r>
              <a:rPr dirty="0" spc="-15"/>
              <a:t> </a:t>
            </a:r>
            <a:r>
              <a:rPr dirty="0"/>
              <a:t>strength,</a:t>
            </a:r>
            <a:r>
              <a:rPr dirty="0" spc="-30"/>
              <a:t> </a:t>
            </a:r>
            <a:r>
              <a:rPr dirty="0"/>
              <a:t>brightness,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/>
              <a:t>durability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 spc="-10"/>
              <a:t>paper.</a:t>
            </a:r>
          </a:p>
          <a:p>
            <a:pPr marL="334010" indent="-325755">
              <a:lnSpc>
                <a:spcPct val="100000"/>
              </a:lnSpc>
              <a:spcBef>
                <a:spcPts val="765"/>
              </a:spcBef>
              <a:buClr>
                <a:srgbClr val="000000"/>
              </a:buClr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dirty="0"/>
              <a:t>Support</a:t>
            </a:r>
            <a:r>
              <a:rPr dirty="0" spc="-60"/>
              <a:t> </a:t>
            </a:r>
            <a:r>
              <a:rPr dirty="0"/>
              <a:t>global</a:t>
            </a:r>
            <a:r>
              <a:rPr dirty="0" spc="-35"/>
              <a:t> </a:t>
            </a:r>
            <a:r>
              <a:rPr dirty="0"/>
              <a:t>climate</a:t>
            </a:r>
            <a:r>
              <a:rPr dirty="0" spc="-20"/>
              <a:t> </a:t>
            </a:r>
            <a:r>
              <a:rPr dirty="0"/>
              <a:t>action</a:t>
            </a:r>
            <a:r>
              <a:rPr dirty="0" spc="-25"/>
              <a:t> </a:t>
            </a:r>
            <a:r>
              <a:rPr dirty="0" spc="-10"/>
              <a:t>goals.</a:t>
            </a:r>
          </a:p>
          <a:p>
            <a:pPr marL="333375" indent="-325755">
              <a:lnSpc>
                <a:spcPct val="100000"/>
              </a:lnSpc>
              <a:spcBef>
                <a:spcPts val="770"/>
              </a:spcBef>
              <a:buClr>
                <a:srgbClr val="000000"/>
              </a:buClr>
              <a:buSzPct val="96875"/>
              <a:buFont typeface="Wingdings"/>
              <a:buChar char=""/>
              <a:tabLst>
                <a:tab pos="333375" algn="l"/>
              </a:tabLst>
            </a:pPr>
            <a:r>
              <a:rPr dirty="0"/>
              <a:t>Build</a:t>
            </a:r>
            <a:r>
              <a:rPr dirty="0" spc="-10"/>
              <a:t> AI-</a:t>
            </a:r>
            <a:r>
              <a:rPr dirty="0"/>
              <a:t>powered</a:t>
            </a:r>
            <a:r>
              <a:rPr dirty="0" spc="-25"/>
              <a:t> </a:t>
            </a:r>
            <a:r>
              <a:rPr dirty="0"/>
              <a:t>smart</a:t>
            </a:r>
            <a:r>
              <a:rPr dirty="0" spc="-10"/>
              <a:t> </a:t>
            </a:r>
            <a:r>
              <a:rPr dirty="0"/>
              <a:t>paper</a:t>
            </a:r>
            <a:r>
              <a:rPr dirty="0" spc="-20"/>
              <a:t> </a:t>
            </a:r>
            <a:r>
              <a:rPr dirty="0" spc="-10"/>
              <a:t>factories.</a:t>
            </a:r>
          </a:p>
          <a:p>
            <a:pPr marL="334010" indent="-325755">
              <a:lnSpc>
                <a:spcPct val="100000"/>
              </a:lnSpc>
              <a:spcBef>
                <a:spcPts val="770"/>
              </a:spcBef>
              <a:buClr>
                <a:srgbClr val="000000"/>
              </a:buClr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dirty="0"/>
              <a:t>Make</a:t>
            </a:r>
            <a:r>
              <a:rPr dirty="0" spc="-20"/>
              <a:t> </a:t>
            </a:r>
            <a:r>
              <a:rPr dirty="0" spc="-10"/>
              <a:t>tree-</a:t>
            </a:r>
            <a:r>
              <a:rPr dirty="0"/>
              <a:t>free</a:t>
            </a:r>
            <a:r>
              <a:rPr dirty="0" spc="-45"/>
              <a:t> </a:t>
            </a:r>
            <a:r>
              <a:rPr dirty="0"/>
              <a:t>paper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/>
              <a:t>global</a:t>
            </a:r>
            <a:r>
              <a:rPr dirty="0" spc="-50"/>
              <a:t> </a:t>
            </a:r>
            <a:r>
              <a:rPr dirty="0" spc="-10"/>
              <a:t>standard.</a:t>
            </a:r>
          </a:p>
          <a:p>
            <a:pPr marL="334010" indent="-325755">
              <a:lnSpc>
                <a:spcPct val="100000"/>
              </a:lnSpc>
              <a:spcBef>
                <a:spcPts val="765"/>
              </a:spcBef>
              <a:buClr>
                <a:srgbClr val="000000"/>
              </a:buClr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dirty="0"/>
              <a:t>Eliminates</a:t>
            </a:r>
            <a:r>
              <a:rPr dirty="0" spc="-55"/>
              <a:t> </a:t>
            </a:r>
            <a:r>
              <a:rPr dirty="0"/>
              <a:t>chlorine</a:t>
            </a:r>
            <a:r>
              <a:rPr dirty="0" spc="-40"/>
              <a:t> </a:t>
            </a:r>
            <a:r>
              <a:rPr dirty="0"/>
              <a:t>pollution</a:t>
            </a:r>
            <a:r>
              <a:rPr dirty="0" spc="-60"/>
              <a:t> </a:t>
            </a:r>
            <a:r>
              <a:rPr dirty="0"/>
              <a:t>&amp;</a:t>
            </a:r>
            <a:r>
              <a:rPr dirty="0" spc="-20"/>
              <a:t> </a:t>
            </a:r>
            <a:r>
              <a:rPr dirty="0"/>
              <a:t>Reduces</a:t>
            </a:r>
            <a:r>
              <a:rPr dirty="0" spc="-40"/>
              <a:t> </a:t>
            </a:r>
            <a:r>
              <a:rPr dirty="0"/>
              <a:t>industrial</a:t>
            </a:r>
            <a:r>
              <a:rPr dirty="0" spc="-55"/>
              <a:t> </a:t>
            </a:r>
            <a:r>
              <a:rPr dirty="0" spc="-10"/>
              <a:t>waste.</a:t>
            </a:r>
          </a:p>
          <a:p>
            <a:pPr marL="334010" indent="-325755">
              <a:lnSpc>
                <a:spcPct val="100000"/>
              </a:lnSpc>
              <a:spcBef>
                <a:spcPts val="770"/>
              </a:spcBef>
              <a:buClr>
                <a:srgbClr val="000000"/>
              </a:buClr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dirty="0"/>
              <a:t>Supports</a:t>
            </a:r>
            <a:r>
              <a:rPr dirty="0" spc="-30"/>
              <a:t> </a:t>
            </a:r>
            <a:r>
              <a:rPr dirty="0"/>
              <a:t>circular</a:t>
            </a:r>
            <a:r>
              <a:rPr dirty="0" spc="-25"/>
              <a:t> </a:t>
            </a:r>
            <a:r>
              <a:rPr dirty="0" spc="-10"/>
              <a:t>economy.</a:t>
            </a:r>
          </a:p>
          <a:p>
            <a:pPr marL="333375" indent="-325755">
              <a:lnSpc>
                <a:spcPct val="100000"/>
              </a:lnSpc>
              <a:spcBef>
                <a:spcPts val="770"/>
              </a:spcBef>
              <a:buClr>
                <a:srgbClr val="000000"/>
              </a:buClr>
              <a:buSzPct val="96875"/>
              <a:buFont typeface="Wingdings"/>
              <a:buChar char=""/>
              <a:tabLst>
                <a:tab pos="333375" algn="l"/>
              </a:tabLst>
            </a:pPr>
            <a:r>
              <a:rPr dirty="0"/>
              <a:t>Data-driven</a:t>
            </a:r>
            <a:r>
              <a:rPr dirty="0" spc="-45"/>
              <a:t> </a:t>
            </a:r>
            <a:r>
              <a:rPr dirty="0"/>
              <a:t>fiber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15"/>
              <a:t> </a:t>
            </a:r>
            <a:r>
              <a:rPr dirty="0"/>
              <a:t>chemical</a:t>
            </a:r>
            <a:r>
              <a:rPr dirty="0" spc="-35"/>
              <a:t> </a:t>
            </a:r>
            <a:r>
              <a:rPr dirty="0" spc="-10"/>
              <a:t>selection.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31339" y="590930"/>
            <a:ext cx="3119500" cy="129412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9082"/>
            <a:ext cx="1961513" cy="195338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66871" y="29209"/>
            <a:ext cx="5261356" cy="18715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54918" y="118875"/>
            <a:ext cx="2365502" cy="18228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4460"/>
            <a:chOff x="0" y="0"/>
            <a:chExt cx="18288000" cy="1028446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701052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2656" y="1265678"/>
              <a:ext cx="16689832" cy="9018639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401523" y="1292733"/>
            <a:ext cx="3105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 MT"/>
                <a:cs typeface="Arial MT"/>
              </a:rPr>
              <a:t>vhg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10590">
              <a:lnSpc>
                <a:spcPct val="100000"/>
              </a:lnSpc>
              <a:spcBef>
                <a:spcPts val="100"/>
              </a:spcBef>
            </a:pPr>
            <a:r>
              <a:rPr dirty="0" sz="6000">
                <a:solidFill>
                  <a:srgbClr val="FFC000"/>
                </a:solidFill>
              </a:rPr>
              <a:t>Dependencies</a:t>
            </a:r>
            <a:r>
              <a:rPr dirty="0" sz="6000" spc="-20">
                <a:solidFill>
                  <a:srgbClr val="FFC000"/>
                </a:solidFill>
              </a:rPr>
              <a:t> </a:t>
            </a:r>
            <a:r>
              <a:rPr dirty="0" sz="6000">
                <a:solidFill>
                  <a:srgbClr val="FFC000"/>
                </a:solidFill>
              </a:rPr>
              <a:t>and</a:t>
            </a:r>
            <a:r>
              <a:rPr dirty="0" sz="6000" spc="-10">
                <a:solidFill>
                  <a:srgbClr val="FFC000"/>
                </a:solidFill>
              </a:rPr>
              <a:t> Showstopper</a:t>
            </a:r>
            <a:endParaRPr sz="6000"/>
          </a:p>
        </p:txBody>
      </p:sp>
      <p:sp>
        <p:nvSpPr>
          <p:cNvPr id="7" name="object 7" descr=""/>
          <p:cNvSpPr txBox="1"/>
          <p:nvPr/>
        </p:nvSpPr>
        <p:spPr>
          <a:xfrm>
            <a:off x="2482342" y="4217542"/>
            <a:ext cx="3893820" cy="394970"/>
          </a:xfrm>
          <a:prstGeom prst="rect">
            <a:avLst/>
          </a:prstGeom>
          <a:solidFill>
            <a:srgbClr val="C0C0C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15"/>
              </a:lnSpc>
            </a:pPr>
            <a:r>
              <a:rPr dirty="0" sz="2800">
                <a:latin typeface="Times New Roman"/>
                <a:cs typeface="Times New Roman"/>
              </a:rPr>
              <a:t>Raw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Material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Dependency.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620245" y="4217542"/>
            <a:ext cx="5078095" cy="394970"/>
          </a:xfrm>
          <a:prstGeom prst="rect">
            <a:avLst/>
          </a:prstGeom>
          <a:solidFill>
            <a:srgbClr val="C0C0C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3015"/>
              </a:lnSpc>
            </a:pPr>
            <a:r>
              <a:rPr dirty="0" sz="2800">
                <a:latin typeface="Times New Roman"/>
                <a:cs typeface="Times New Roman"/>
              </a:rPr>
              <a:t>Cost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&amp;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Infrastructure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Showstopper.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435098" y="4729607"/>
            <a:ext cx="7894320" cy="394970"/>
          </a:xfrm>
          <a:prstGeom prst="rect">
            <a:avLst/>
          </a:prstGeom>
          <a:solidFill>
            <a:srgbClr val="C0C0C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15"/>
              </a:lnSpc>
            </a:pPr>
            <a:r>
              <a:rPr dirty="0" sz="2800">
                <a:latin typeface="Times New Roman"/>
                <a:cs typeface="Times New Roman"/>
              </a:rPr>
              <a:t>Continuous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supply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agri-</a:t>
            </a:r>
            <a:r>
              <a:rPr dirty="0" sz="2800">
                <a:latin typeface="Times New Roman"/>
                <a:cs typeface="Times New Roman"/>
              </a:rPr>
              <a:t>waste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 alternative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fibers.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573002" y="4729607"/>
            <a:ext cx="5100955" cy="394970"/>
          </a:xfrm>
          <a:prstGeom prst="rect">
            <a:avLst/>
          </a:prstGeom>
          <a:solidFill>
            <a:srgbClr val="C0C0C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3015"/>
              </a:lnSpc>
            </a:pPr>
            <a:r>
              <a:rPr dirty="0" sz="2800">
                <a:latin typeface="Times New Roman"/>
                <a:cs typeface="Times New Roman"/>
              </a:rPr>
              <a:t>High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initial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setup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upgrade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costs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435098" y="5241671"/>
            <a:ext cx="6408420" cy="394970"/>
          </a:xfrm>
          <a:prstGeom prst="rect">
            <a:avLst/>
          </a:prstGeom>
          <a:solidFill>
            <a:srgbClr val="C0C0C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15"/>
              </a:lnSpc>
            </a:pPr>
            <a:r>
              <a:rPr dirty="0" sz="2800">
                <a:latin typeface="Times New Roman"/>
                <a:cs typeface="Times New Roman"/>
              </a:rPr>
              <a:t>Seasonal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availability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logistics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challenges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507469" y="5241671"/>
            <a:ext cx="5043170" cy="394970"/>
          </a:xfrm>
          <a:prstGeom prst="rect">
            <a:avLst/>
          </a:prstGeom>
          <a:solidFill>
            <a:srgbClr val="C0C0C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3015"/>
              </a:lnSpc>
            </a:pPr>
            <a:r>
              <a:rPr dirty="0" sz="2800">
                <a:latin typeface="Times New Roman"/>
                <a:cs typeface="Times New Roman"/>
              </a:rPr>
              <a:t>Limited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compatibility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with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existing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3281406" y="5753734"/>
            <a:ext cx="1689100" cy="394970"/>
          </a:xfrm>
          <a:prstGeom prst="rect">
            <a:avLst/>
          </a:prstGeom>
          <a:solidFill>
            <a:srgbClr val="C0C0C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3015"/>
              </a:lnSpc>
            </a:pPr>
            <a:r>
              <a:rPr dirty="0" sz="2800">
                <a:latin typeface="Times New Roman"/>
                <a:cs typeface="Times New Roman"/>
              </a:rPr>
              <a:t>paper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mills.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346705" y="6777863"/>
            <a:ext cx="4480560" cy="394970"/>
          </a:xfrm>
          <a:prstGeom prst="rect">
            <a:avLst/>
          </a:prstGeom>
          <a:solidFill>
            <a:srgbClr val="C0C0C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15"/>
              </a:lnSpc>
            </a:pPr>
            <a:r>
              <a:rPr dirty="0" sz="2800">
                <a:latin typeface="Times New Roman"/>
                <a:cs typeface="Times New Roman"/>
              </a:rPr>
              <a:t>AI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&amp;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Technology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Dependency.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0027666" y="6777863"/>
            <a:ext cx="6416040" cy="394970"/>
          </a:xfrm>
          <a:prstGeom prst="rect">
            <a:avLst/>
          </a:prstGeom>
          <a:solidFill>
            <a:srgbClr val="C0C0C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3015"/>
              </a:lnSpc>
            </a:pPr>
            <a:r>
              <a:rPr dirty="0" sz="2800">
                <a:latin typeface="Times New Roman"/>
                <a:cs typeface="Times New Roman"/>
              </a:rPr>
              <a:t>Regulation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&amp;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Market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Adoption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Showstopper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346705" y="7289927"/>
            <a:ext cx="5439410" cy="394970"/>
          </a:xfrm>
          <a:prstGeom prst="rect">
            <a:avLst/>
          </a:prstGeom>
          <a:solidFill>
            <a:srgbClr val="C0C0C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15"/>
              </a:lnSpc>
            </a:pPr>
            <a:r>
              <a:rPr dirty="0" sz="2800" spc="-20">
                <a:latin typeface="Times New Roman"/>
                <a:cs typeface="Times New Roman"/>
              </a:rPr>
              <a:t>High-</a:t>
            </a:r>
            <a:r>
              <a:rPr dirty="0" sz="2800">
                <a:latin typeface="Times New Roman"/>
                <a:cs typeface="Times New Roman"/>
              </a:rPr>
              <a:t>quality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data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AI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optimization.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9561321" y="7289927"/>
            <a:ext cx="7100570" cy="394970"/>
          </a:xfrm>
          <a:prstGeom prst="rect">
            <a:avLst/>
          </a:prstGeom>
          <a:solidFill>
            <a:srgbClr val="C0C0C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3015"/>
              </a:lnSpc>
            </a:pPr>
            <a:r>
              <a:rPr dirty="0" sz="2800">
                <a:latin typeface="Times New Roman"/>
                <a:cs typeface="Times New Roman"/>
              </a:rPr>
              <a:t>Certification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environmental</a:t>
            </a:r>
            <a:r>
              <a:rPr dirty="0" sz="2800" spc="-8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approvals</a:t>
            </a:r>
            <a:r>
              <a:rPr dirty="0" sz="2800" spc="-9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needed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546605" y="7801991"/>
            <a:ext cx="7062470" cy="394970"/>
          </a:xfrm>
          <a:prstGeom prst="rect">
            <a:avLst/>
          </a:prstGeom>
          <a:solidFill>
            <a:srgbClr val="C0C0C0"/>
          </a:solidFill>
        </p:spPr>
        <p:txBody>
          <a:bodyPr wrap="square" lIns="0" tIns="0" rIns="0" bIns="0" rtlCol="0" vert="horz">
            <a:spAutoFit/>
          </a:bodyPr>
          <a:lstStyle/>
          <a:p>
            <a:pPr marL="800100">
              <a:lnSpc>
                <a:spcPts val="3015"/>
              </a:lnSpc>
            </a:pPr>
            <a:r>
              <a:rPr dirty="0" sz="2800">
                <a:latin typeface="Times New Roman"/>
                <a:cs typeface="Times New Roman"/>
              </a:rPr>
              <a:t>Skilled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AI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chemical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expertise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required.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475721" y="7801991"/>
            <a:ext cx="5166360" cy="394970"/>
          </a:xfrm>
          <a:prstGeom prst="rect">
            <a:avLst/>
          </a:prstGeom>
          <a:solidFill>
            <a:srgbClr val="C0C0C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3015"/>
              </a:lnSpc>
            </a:pPr>
            <a:r>
              <a:rPr dirty="0" sz="2800">
                <a:latin typeface="Times New Roman"/>
                <a:cs typeface="Times New Roman"/>
              </a:rPr>
              <a:t>Market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trust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adoption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take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time.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1706372" y="3813683"/>
            <a:ext cx="657860" cy="657860"/>
          </a:xfrm>
          <a:custGeom>
            <a:avLst/>
            <a:gdLst/>
            <a:ahLst/>
            <a:cxnLst/>
            <a:rect l="l" t="t" r="r" b="b"/>
            <a:pathLst>
              <a:path w="657860" h="657860">
                <a:moveTo>
                  <a:pt x="328802" y="0"/>
                </a:moveTo>
                <a:lnTo>
                  <a:pt x="280211" y="3561"/>
                </a:lnTo>
                <a:lnTo>
                  <a:pt x="233834" y="13909"/>
                </a:lnTo>
                <a:lnTo>
                  <a:pt x="190180" y="30536"/>
                </a:lnTo>
                <a:lnTo>
                  <a:pt x="149758" y="52935"/>
                </a:lnTo>
                <a:lnTo>
                  <a:pt x="113077" y="80601"/>
                </a:lnTo>
                <a:lnTo>
                  <a:pt x="80644" y="113025"/>
                </a:lnTo>
                <a:lnTo>
                  <a:pt x="52967" y="149702"/>
                </a:lnTo>
                <a:lnTo>
                  <a:pt x="30557" y="190125"/>
                </a:lnTo>
                <a:lnTo>
                  <a:pt x="13919" y="233787"/>
                </a:lnTo>
                <a:lnTo>
                  <a:pt x="3564" y="280182"/>
                </a:lnTo>
                <a:lnTo>
                  <a:pt x="0" y="328802"/>
                </a:lnTo>
                <a:lnTo>
                  <a:pt x="3567" y="377366"/>
                </a:lnTo>
                <a:lnTo>
                  <a:pt x="13930" y="423725"/>
                </a:lnTo>
                <a:lnTo>
                  <a:pt x="30577" y="467370"/>
                </a:lnTo>
                <a:lnTo>
                  <a:pt x="52999" y="507791"/>
                </a:lnTo>
                <a:lnTo>
                  <a:pt x="80686" y="544477"/>
                </a:lnTo>
                <a:lnTo>
                  <a:pt x="113128" y="576919"/>
                </a:lnTo>
                <a:lnTo>
                  <a:pt x="149814" y="604606"/>
                </a:lnTo>
                <a:lnTo>
                  <a:pt x="190235" y="627028"/>
                </a:lnTo>
                <a:lnTo>
                  <a:pt x="233880" y="643675"/>
                </a:lnTo>
                <a:lnTo>
                  <a:pt x="280239" y="654038"/>
                </a:lnTo>
                <a:lnTo>
                  <a:pt x="328802" y="657605"/>
                </a:lnTo>
                <a:lnTo>
                  <a:pt x="377394" y="654041"/>
                </a:lnTo>
                <a:lnTo>
                  <a:pt x="423771" y="643686"/>
                </a:lnTo>
                <a:lnTo>
                  <a:pt x="467425" y="627048"/>
                </a:lnTo>
                <a:lnTo>
                  <a:pt x="507847" y="604638"/>
                </a:lnTo>
                <a:lnTo>
                  <a:pt x="544528" y="576961"/>
                </a:lnTo>
                <a:lnTo>
                  <a:pt x="576961" y="544528"/>
                </a:lnTo>
                <a:lnTo>
                  <a:pt x="604638" y="507847"/>
                </a:lnTo>
                <a:lnTo>
                  <a:pt x="627048" y="467425"/>
                </a:lnTo>
                <a:lnTo>
                  <a:pt x="643686" y="423771"/>
                </a:lnTo>
                <a:lnTo>
                  <a:pt x="654041" y="377394"/>
                </a:lnTo>
                <a:lnTo>
                  <a:pt x="657605" y="328802"/>
                </a:lnTo>
                <a:lnTo>
                  <a:pt x="654044" y="280182"/>
                </a:lnTo>
                <a:lnTo>
                  <a:pt x="643696" y="233787"/>
                </a:lnTo>
                <a:lnTo>
                  <a:pt x="627069" y="190125"/>
                </a:lnTo>
                <a:lnTo>
                  <a:pt x="604670" y="149702"/>
                </a:lnTo>
                <a:lnTo>
                  <a:pt x="577004" y="113025"/>
                </a:lnTo>
                <a:lnTo>
                  <a:pt x="544580" y="80601"/>
                </a:lnTo>
                <a:lnTo>
                  <a:pt x="507903" y="52935"/>
                </a:lnTo>
                <a:lnTo>
                  <a:pt x="467480" y="30536"/>
                </a:lnTo>
                <a:lnTo>
                  <a:pt x="423818" y="13909"/>
                </a:lnTo>
                <a:lnTo>
                  <a:pt x="377423" y="3561"/>
                </a:lnTo>
                <a:lnTo>
                  <a:pt x="328802" y="0"/>
                </a:lnTo>
                <a:close/>
              </a:path>
            </a:pathLst>
          </a:custGeom>
          <a:solidFill>
            <a:srgbClr val="F646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1965705" y="3986529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1706372" y="6151245"/>
            <a:ext cx="657860" cy="657860"/>
          </a:xfrm>
          <a:custGeom>
            <a:avLst/>
            <a:gdLst/>
            <a:ahLst/>
            <a:cxnLst/>
            <a:rect l="l" t="t" r="r" b="b"/>
            <a:pathLst>
              <a:path w="657860" h="657859">
                <a:moveTo>
                  <a:pt x="328802" y="0"/>
                </a:moveTo>
                <a:lnTo>
                  <a:pt x="280211" y="3561"/>
                </a:lnTo>
                <a:lnTo>
                  <a:pt x="233834" y="13909"/>
                </a:lnTo>
                <a:lnTo>
                  <a:pt x="190180" y="30536"/>
                </a:lnTo>
                <a:lnTo>
                  <a:pt x="149758" y="52935"/>
                </a:lnTo>
                <a:lnTo>
                  <a:pt x="113077" y="80601"/>
                </a:lnTo>
                <a:lnTo>
                  <a:pt x="80644" y="113025"/>
                </a:lnTo>
                <a:lnTo>
                  <a:pt x="52967" y="149702"/>
                </a:lnTo>
                <a:lnTo>
                  <a:pt x="30557" y="190125"/>
                </a:lnTo>
                <a:lnTo>
                  <a:pt x="13919" y="233787"/>
                </a:lnTo>
                <a:lnTo>
                  <a:pt x="3564" y="280182"/>
                </a:lnTo>
                <a:lnTo>
                  <a:pt x="0" y="328802"/>
                </a:lnTo>
                <a:lnTo>
                  <a:pt x="3567" y="377366"/>
                </a:lnTo>
                <a:lnTo>
                  <a:pt x="13930" y="423725"/>
                </a:lnTo>
                <a:lnTo>
                  <a:pt x="30577" y="467370"/>
                </a:lnTo>
                <a:lnTo>
                  <a:pt x="52999" y="507791"/>
                </a:lnTo>
                <a:lnTo>
                  <a:pt x="80686" y="544477"/>
                </a:lnTo>
                <a:lnTo>
                  <a:pt x="113128" y="576919"/>
                </a:lnTo>
                <a:lnTo>
                  <a:pt x="149814" y="604606"/>
                </a:lnTo>
                <a:lnTo>
                  <a:pt x="190235" y="627028"/>
                </a:lnTo>
                <a:lnTo>
                  <a:pt x="233880" y="643675"/>
                </a:lnTo>
                <a:lnTo>
                  <a:pt x="280239" y="654038"/>
                </a:lnTo>
                <a:lnTo>
                  <a:pt x="328802" y="657605"/>
                </a:lnTo>
                <a:lnTo>
                  <a:pt x="377394" y="654041"/>
                </a:lnTo>
                <a:lnTo>
                  <a:pt x="423771" y="643686"/>
                </a:lnTo>
                <a:lnTo>
                  <a:pt x="467425" y="627048"/>
                </a:lnTo>
                <a:lnTo>
                  <a:pt x="507847" y="604638"/>
                </a:lnTo>
                <a:lnTo>
                  <a:pt x="544528" y="576961"/>
                </a:lnTo>
                <a:lnTo>
                  <a:pt x="576961" y="544528"/>
                </a:lnTo>
                <a:lnTo>
                  <a:pt x="604638" y="507847"/>
                </a:lnTo>
                <a:lnTo>
                  <a:pt x="627048" y="467425"/>
                </a:lnTo>
                <a:lnTo>
                  <a:pt x="643686" y="423771"/>
                </a:lnTo>
                <a:lnTo>
                  <a:pt x="654041" y="377394"/>
                </a:lnTo>
                <a:lnTo>
                  <a:pt x="657605" y="328802"/>
                </a:lnTo>
                <a:lnTo>
                  <a:pt x="654044" y="280182"/>
                </a:lnTo>
                <a:lnTo>
                  <a:pt x="643696" y="233787"/>
                </a:lnTo>
                <a:lnTo>
                  <a:pt x="627069" y="190125"/>
                </a:lnTo>
                <a:lnTo>
                  <a:pt x="604670" y="149702"/>
                </a:lnTo>
                <a:lnTo>
                  <a:pt x="577004" y="113025"/>
                </a:lnTo>
                <a:lnTo>
                  <a:pt x="544580" y="80601"/>
                </a:lnTo>
                <a:lnTo>
                  <a:pt x="507903" y="52935"/>
                </a:lnTo>
                <a:lnTo>
                  <a:pt x="467480" y="30536"/>
                </a:lnTo>
                <a:lnTo>
                  <a:pt x="423818" y="13909"/>
                </a:lnTo>
                <a:lnTo>
                  <a:pt x="377423" y="3561"/>
                </a:lnTo>
                <a:lnTo>
                  <a:pt x="328802" y="0"/>
                </a:lnTo>
                <a:close/>
              </a:path>
            </a:pathLst>
          </a:custGeom>
          <a:solidFill>
            <a:srgbClr val="F646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1966341" y="6363970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10835385" y="3740277"/>
            <a:ext cx="657860" cy="657860"/>
          </a:xfrm>
          <a:custGeom>
            <a:avLst/>
            <a:gdLst/>
            <a:ahLst/>
            <a:cxnLst/>
            <a:rect l="l" t="t" r="r" b="b"/>
            <a:pathLst>
              <a:path w="657859" h="657860">
                <a:moveTo>
                  <a:pt x="328803" y="0"/>
                </a:moveTo>
                <a:lnTo>
                  <a:pt x="280211" y="3561"/>
                </a:lnTo>
                <a:lnTo>
                  <a:pt x="233834" y="13909"/>
                </a:lnTo>
                <a:lnTo>
                  <a:pt x="190180" y="30536"/>
                </a:lnTo>
                <a:lnTo>
                  <a:pt x="149758" y="52935"/>
                </a:lnTo>
                <a:lnTo>
                  <a:pt x="113077" y="80601"/>
                </a:lnTo>
                <a:lnTo>
                  <a:pt x="80644" y="113025"/>
                </a:lnTo>
                <a:lnTo>
                  <a:pt x="52967" y="149702"/>
                </a:lnTo>
                <a:lnTo>
                  <a:pt x="30557" y="190125"/>
                </a:lnTo>
                <a:lnTo>
                  <a:pt x="13919" y="233787"/>
                </a:lnTo>
                <a:lnTo>
                  <a:pt x="3564" y="280182"/>
                </a:lnTo>
                <a:lnTo>
                  <a:pt x="0" y="328802"/>
                </a:lnTo>
                <a:lnTo>
                  <a:pt x="3567" y="377366"/>
                </a:lnTo>
                <a:lnTo>
                  <a:pt x="13930" y="423725"/>
                </a:lnTo>
                <a:lnTo>
                  <a:pt x="30577" y="467370"/>
                </a:lnTo>
                <a:lnTo>
                  <a:pt x="52999" y="507791"/>
                </a:lnTo>
                <a:lnTo>
                  <a:pt x="80686" y="544477"/>
                </a:lnTo>
                <a:lnTo>
                  <a:pt x="113128" y="576919"/>
                </a:lnTo>
                <a:lnTo>
                  <a:pt x="149814" y="604606"/>
                </a:lnTo>
                <a:lnTo>
                  <a:pt x="190235" y="627028"/>
                </a:lnTo>
                <a:lnTo>
                  <a:pt x="233880" y="643675"/>
                </a:lnTo>
                <a:lnTo>
                  <a:pt x="280239" y="654038"/>
                </a:lnTo>
                <a:lnTo>
                  <a:pt x="328803" y="657606"/>
                </a:lnTo>
                <a:lnTo>
                  <a:pt x="377394" y="654041"/>
                </a:lnTo>
                <a:lnTo>
                  <a:pt x="423771" y="643686"/>
                </a:lnTo>
                <a:lnTo>
                  <a:pt x="467425" y="627048"/>
                </a:lnTo>
                <a:lnTo>
                  <a:pt x="507847" y="604638"/>
                </a:lnTo>
                <a:lnTo>
                  <a:pt x="544528" y="576961"/>
                </a:lnTo>
                <a:lnTo>
                  <a:pt x="576961" y="544528"/>
                </a:lnTo>
                <a:lnTo>
                  <a:pt x="604638" y="507847"/>
                </a:lnTo>
                <a:lnTo>
                  <a:pt x="627048" y="467425"/>
                </a:lnTo>
                <a:lnTo>
                  <a:pt x="643686" y="423771"/>
                </a:lnTo>
                <a:lnTo>
                  <a:pt x="654041" y="377394"/>
                </a:lnTo>
                <a:lnTo>
                  <a:pt x="657606" y="328802"/>
                </a:lnTo>
                <a:lnTo>
                  <a:pt x="654044" y="280182"/>
                </a:lnTo>
                <a:lnTo>
                  <a:pt x="643696" y="233787"/>
                </a:lnTo>
                <a:lnTo>
                  <a:pt x="627069" y="190125"/>
                </a:lnTo>
                <a:lnTo>
                  <a:pt x="604670" y="149702"/>
                </a:lnTo>
                <a:lnTo>
                  <a:pt x="577004" y="113025"/>
                </a:lnTo>
                <a:lnTo>
                  <a:pt x="544580" y="80601"/>
                </a:lnTo>
                <a:lnTo>
                  <a:pt x="507903" y="52935"/>
                </a:lnTo>
                <a:lnTo>
                  <a:pt x="467480" y="30536"/>
                </a:lnTo>
                <a:lnTo>
                  <a:pt x="423818" y="13909"/>
                </a:lnTo>
                <a:lnTo>
                  <a:pt x="377423" y="3561"/>
                </a:lnTo>
                <a:lnTo>
                  <a:pt x="328803" y="0"/>
                </a:lnTo>
                <a:close/>
              </a:path>
            </a:pathLst>
          </a:custGeom>
          <a:solidFill>
            <a:srgbClr val="F646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11095735" y="3913123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8893047" y="6190741"/>
            <a:ext cx="657860" cy="657860"/>
          </a:xfrm>
          <a:custGeom>
            <a:avLst/>
            <a:gdLst/>
            <a:ahLst/>
            <a:cxnLst/>
            <a:rect l="l" t="t" r="r" b="b"/>
            <a:pathLst>
              <a:path w="657859" h="657859">
                <a:moveTo>
                  <a:pt x="328802" y="0"/>
                </a:moveTo>
                <a:lnTo>
                  <a:pt x="280211" y="3564"/>
                </a:lnTo>
                <a:lnTo>
                  <a:pt x="233834" y="13919"/>
                </a:lnTo>
                <a:lnTo>
                  <a:pt x="190180" y="30557"/>
                </a:lnTo>
                <a:lnTo>
                  <a:pt x="149758" y="52967"/>
                </a:lnTo>
                <a:lnTo>
                  <a:pt x="113077" y="80644"/>
                </a:lnTo>
                <a:lnTo>
                  <a:pt x="80644" y="113077"/>
                </a:lnTo>
                <a:lnTo>
                  <a:pt x="52967" y="149758"/>
                </a:lnTo>
                <a:lnTo>
                  <a:pt x="30557" y="190180"/>
                </a:lnTo>
                <a:lnTo>
                  <a:pt x="13919" y="233834"/>
                </a:lnTo>
                <a:lnTo>
                  <a:pt x="3564" y="280211"/>
                </a:lnTo>
                <a:lnTo>
                  <a:pt x="0" y="328803"/>
                </a:lnTo>
                <a:lnTo>
                  <a:pt x="3567" y="377394"/>
                </a:lnTo>
                <a:lnTo>
                  <a:pt x="13930" y="423771"/>
                </a:lnTo>
                <a:lnTo>
                  <a:pt x="30577" y="467425"/>
                </a:lnTo>
                <a:lnTo>
                  <a:pt x="52999" y="507847"/>
                </a:lnTo>
                <a:lnTo>
                  <a:pt x="80686" y="544528"/>
                </a:lnTo>
                <a:lnTo>
                  <a:pt x="113128" y="576961"/>
                </a:lnTo>
                <a:lnTo>
                  <a:pt x="149814" y="604638"/>
                </a:lnTo>
                <a:lnTo>
                  <a:pt x="190235" y="627048"/>
                </a:lnTo>
                <a:lnTo>
                  <a:pt x="233880" y="643686"/>
                </a:lnTo>
                <a:lnTo>
                  <a:pt x="280239" y="654041"/>
                </a:lnTo>
                <a:lnTo>
                  <a:pt x="328802" y="657606"/>
                </a:lnTo>
                <a:lnTo>
                  <a:pt x="377394" y="654044"/>
                </a:lnTo>
                <a:lnTo>
                  <a:pt x="423771" y="643696"/>
                </a:lnTo>
                <a:lnTo>
                  <a:pt x="467425" y="627069"/>
                </a:lnTo>
                <a:lnTo>
                  <a:pt x="507847" y="604670"/>
                </a:lnTo>
                <a:lnTo>
                  <a:pt x="544528" y="577004"/>
                </a:lnTo>
                <a:lnTo>
                  <a:pt x="576961" y="544580"/>
                </a:lnTo>
                <a:lnTo>
                  <a:pt x="604638" y="507903"/>
                </a:lnTo>
                <a:lnTo>
                  <a:pt x="627048" y="467480"/>
                </a:lnTo>
                <a:lnTo>
                  <a:pt x="643686" y="423818"/>
                </a:lnTo>
                <a:lnTo>
                  <a:pt x="654041" y="377423"/>
                </a:lnTo>
                <a:lnTo>
                  <a:pt x="657605" y="328803"/>
                </a:lnTo>
                <a:lnTo>
                  <a:pt x="654044" y="280211"/>
                </a:lnTo>
                <a:lnTo>
                  <a:pt x="643696" y="233834"/>
                </a:lnTo>
                <a:lnTo>
                  <a:pt x="627069" y="190180"/>
                </a:lnTo>
                <a:lnTo>
                  <a:pt x="604670" y="149758"/>
                </a:lnTo>
                <a:lnTo>
                  <a:pt x="577004" y="113077"/>
                </a:lnTo>
                <a:lnTo>
                  <a:pt x="544580" y="80644"/>
                </a:lnTo>
                <a:lnTo>
                  <a:pt x="507903" y="52967"/>
                </a:lnTo>
                <a:lnTo>
                  <a:pt x="467480" y="30557"/>
                </a:lnTo>
                <a:lnTo>
                  <a:pt x="423818" y="13919"/>
                </a:lnTo>
                <a:lnTo>
                  <a:pt x="377423" y="3564"/>
                </a:lnTo>
                <a:lnTo>
                  <a:pt x="328802" y="0"/>
                </a:lnTo>
                <a:close/>
              </a:path>
            </a:pathLst>
          </a:custGeom>
          <a:solidFill>
            <a:srgbClr val="F646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9153270" y="6363970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28" name="object 2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912366" cy="1932051"/>
          </a:xfrm>
          <a:prstGeom prst="rect">
            <a:avLst/>
          </a:prstGeom>
        </p:spPr>
      </p:pic>
      <p:grpSp>
        <p:nvGrpSpPr>
          <p:cNvPr id="29" name="object 29" descr=""/>
          <p:cNvGrpSpPr/>
          <p:nvPr/>
        </p:nvGrpSpPr>
        <p:grpSpPr>
          <a:xfrm>
            <a:off x="3631819" y="0"/>
            <a:ext cx="13896975" cy="2096135"/>
            <a:chOff x="3631819" y="0"/>
            <a:chExt cx="13896975" cy="2096135"/>
          </a:xfrm>
        </p:grpSpPr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409165" y="802005"/>
              <a:ext cx="3119501" cy="1294129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31819" y="0"/>
              <a:ext cx="5261356" cy="1871599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847070" y="0"/>
              <a:ext cx="2365502" cy="17402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663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Highlights/Difference</a:t>
            </a:r>
            <a:r>
              <a:rPr dirty="0" spc="-140"/>
              <a:t> </a:t>
            </a:r>
            <a:r>
              <a:rPr dirty="0"/>
              <a:t>between</a:t>
            </a:r>
            <a:r>
              <a:rPr dirty="0" spc="-140"/>
              <a:t> </a:t>
            </a:r>
            <a:r>
              <a:rPr dirty="0"/>
              <a:t>exisiting</a:t>
            </a:r>
            <a:r>
              <a:rPr dirty="0" spc="-145"/>
              <a:t> </a:t>
            </a:r>
            <a:r>
              <a:rPr dirty="0" spc="-10"/>
              <a:t>solution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48525" y="4000880"/>
            <a:ext cx="6090920" cy="838200"/>
          </a:xfrm>
          <a:prstGeom prst="rect">
            <a:avLst/>
          </a:prstGeom>
          <a:solidFill>
            <a:srgbClr val="FF0000"/>
          </a:solidFill>
        </p:spPr>
        <p:txBody>
          <a:bodyPr wrap="square" lIns="0" tIns="1498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80"/>
              </a:spcBef>
            </a:pPr>
            <a:r>
              <a:rPr dirty="0" sz="4000" spc="-10" b="1">
                <a:latin typeface="Times New Roman"/>
                <a:cs typeface="Times New Roman"/>
              </a:rPr>
              <a:t>TRADITIONAL</a:t>
            </a:r>
            <a:r>
              <a:rPr dirty="0" sz="4000" spc="-165" b="1">
                <a:latin typeface="Times New Roman"/>
                <a:cs typeface="Times New Roman"/>
              </a:rPr>
              <a:t> </a:t>
            </a:r>
            <a:r>
              <a:rPr dirty="0" sz="4000" spc="-10" b="1">
                <a:latin typeface="Times New Roman"/>
                <a:cs typeface="Times New Roman"/>
              </a:rPr>
              <a:t>METHOD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773918" y="4000880"/>
            <a:ext cx="5540375" cy="838200"/>
          </a:xfrm>
          <a:prstGeom prst="rect">
            <a:avLst/>
          </a:prstGeom>
          <a:solidFill>
            <a:srgbClr val="808000"/>
          </a:solidFill>
        </p:spPr>
        <p:txBody>
          <a:bodyPr wrap="square" lIns="0" tIns="149860" rIns="0" bIns="0" rtlCol="0" vert="horz">
            <a:spAutoFit/>
          </a:bodyPr>
          <a:lstStyle/>
          <a:p>
            <a:pPr marL="635">
              <a:lnSpc>
                <a:spcPct val="100000"/>
              </a:lnSpc>
              <a:spcBef>
                <a:spcPts val="1180"/>
              </a:spcBef>
            </a:pPr>
            <a:r>
              <a:rPr dirty="0" sz="4000" b="1">
                <a:latin typeface="Times New Roman"/>
                <a:cs typeface="Times New Roman"/>
              </a:rPr>
              <a:t>TRINOVA</a:t>
            </a:r>
            <a:r>
              <a:rPr dirty="0" sz="4000" spc="-110" b="1">
                <a:latin typeface="Times New Roman"/>
                <a:cs typeface="Times New Roman"/>
              </a:rPr>
              <a:t> </a:t>
            </a:r>
            <a:r>
              <a:rPr dirty="0" sz="4000" b="1">
                <a:latin typeface="Times New Roman"/>
                <a:cs typeface="Times New Roman"/>
              </a:rPr>
              <a:t>AI</a:t>
            </a:r>
            <a:r>
              <a:rPr dirty="0" sz="4000" spc="-125" b="1">
                <a:latin typeface="Times New Roman"/>
                <a:cs typeface="Times New Roman"/>
              </a:rPr>
              <a:t> </a:t>
            </a:r>
            <a:r>
              <a:rPr dirty="0" sz="4000" spc="-10" b="1">
                <a:latin typeface="Times New Roman"/>
                <a:cs typeface="Times New Roman"/>
              </a:rPr>
              <a:t>METHOD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5914" y="4815078"/>
            <a:ext cx="5751195" cy="2159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Clr>
                <a:srgbClr val="000000"/>
              </a:buClr>
              <a:buFont typeface="Wingdings"/>
              <a:buChar char=""/>
              <a:tabLst>
                <a:tab pos="469265" algn="l"/>
              </a:tabLst>
            </a:pPr>
            <a:r>
              <a:rPr dirty="0" sz="2800">
                <a:solidFill>
                  <a:srgbClr val="090909"/>
                </a:solidFill>
                <a:latin typeface="Times New Roman"/>
                <a:cs typeface="Times New Roman"/>
              </a:rPr>
              <a:t>Cuts</a:t>
            </a:r>
            <a:r>
              <a:rPr dirty="0" sz="2800" spc="-25">
                <a:solidFill>
                  <a:srgbClr val="090909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90909"/>
                </a:solidFill>
                <a:latin typeface="Times New Roman"/>
                <a:cs typeface="Times New Roman"/>
              </a:rPr>
              <a:t>millions</a:t>
            </a:r>
            <a:r>
              <a:rPr dirty="0" sz="2800" spc="-20">
                <a:solidFill>
                  <a:srgbClr val="090909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90909"/>
                </a:solidFill>
                <a:latin typeface="Times New Roman"/>
                <a:cs typeface="Times New Roman"/>
              </a:rPr>
              <a:t>of</a:t>
            </a:r>
            <a:r>
              <a:rPr dirty="0" sz="2800" spc="-10">
                <a:solidFill>
                  <a:srgbClr val="090909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90909"/>
                </a:solidFill>
                <a:latin typeface="Times New Roman"/>
                <a:cs typeface="Times New Roman"/>
              </a:rPr>
              <a:t>trees</a:t>
            </a:r>
            <a:r>
              <a:rPr dirty="0" sz="2800" spc="-25">
                <a:solidFill>
                  <a:srgbClr val="090909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090909"/>
                </a:solidFill>
                <a:latin typeface="Times New Roman"/>
                <a:cs typeface="Times New Roman"/>
              </a:rPr>
              <a:t>annually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Clr>
                <a:srgbClr val="000000"/>
              </a:buClr>
              <a:buFont typeface="Wingdings"/>
              <a:buChar char=""/>
              <a:tabLst>
                <a:tab pos="469265" algn="l"/>
              </a:tabLst>
            </a:pPr>
            <a:r>
              <a:rPr dirty="0" sz="2800">
                <a:solidFill>
                  <a:srgbClr val="090909"/>
                </a:solidFill>
                <a:latin typeface="Times New Roman"/>
                <a:cs typeface="Times New Roman"/>
              </a:rPr>
              <a:t>Uses</a:t>
            </a:r>
            <a:r>
              <a:rPr dirty="0" sz="2800" spc="-60">
                <a:solidFill>
                  <a:srgbClr val="090909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90909"/>
                </a:solidFill>
                <a:latin typeface="Times New Roman"/>
                <a:cs typeface="Times New Roman"/>
              </a:rPr>
              <a:t>chlorine</a:t>
            </a:r>
            <a:r>
              <a:rPr dirty="0" sz="2800" spc="-70">
                <a:solidFill>
                  <a:srgbClr val="090909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90909"/>
                </a:solidFill>
                <a:latin typeface="Times New Roman"/>
                <a:cs typeface="Times New Roman"/>
              </a:rPr>
              <a:t>for</a:t>
            </a:r>
            <a:r>
              <a:rPr dirty="0" sz="2800" spc="-45">
                <a:solidFill>
                  <a:srgbClr val="090909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090909"/>
                </a:solidFill>
                <a:latin typeface="Times New Roman"/>
                <a:cs typeface="Times New Roman"/>
              </a:rPr>
              <a:t>bleaching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Clr>
                <a:srgbClr val="000000"/>
              </a:buClr>
              <a:buFont typeface="Wingdings"/>
              <a:buChar char=""/>
              <a:tabLst>
                <a:tab pos="469265" algn="l"/>
              </a:tabLst>
            </a:pPr>
            <a:r>
              <a:rPr dirty="0" sz="2800">
                <a:solidFill>
                  <a:srgbClr val="090909"/>
                </a:solidFill>
                <a:latin typeface="Times New Roman"/>
                <a:cs typeface="Times New Roman"/>
              </a:rPr>
              <a:t>High</a:t>
            </a:r>
            <a:r>
              <a:rPr dirty="0" sz="2800" spc="-70">
                <a:solidFill>
                  <a:srgbClr val="090909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90909"/>
                </a:solidFill>
                <a:latin typeface="Times New Roman"/>
                <a:cs typeface="Times New Roman"/>
              </a:rPr>
              <a:t>water</a:t>
            </a:r>
            <a:r>
              <a:rPr dirty="0" sz="2800" spc="-70">
                <a:solidFill>
                  <a:srgbClr val="090909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90909"/>
                </a:solidFill>
                <a:latin typeface="Times New Roman"/>
                <a:cs typeface="Times New Roman"/>
              </a:rPr>
              <a:t>consumption</a:t>
            </a:r>
            <a:r>
              <a:rPr dirty="0" sz="2800" spc="-85">
                <a:solidFill>
                  <a:srgbClr val="090909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090909"/>
                </a:solidFill>
                <a:latin typeface="Times New Roman"/>
                <a:cs typeface="Times New Roman"/>
              </a:rPr>
              <a:t>(10L/sheet)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Clr>
                <a:srgbClr val="000000"/>
              </a:buClr>
              <a:buFont typeface="Wingdings"/>
              <a:buChar char=""/>
              <a:tabLst>
                <a:tab pos="469265" algn="l"/>
              </a:tabLst>
            </a:pPr>
            <a:r>
              <a:rPr dirty="0" sz="2800">
                <a:solidFill>
                  <a:srgbClr val="090909"/>
                </a:solidFill>
                <a:latin typeface="Times New Roman"/>
                <a:cs typeface="Times New Roman"/>
              </a:rPr>
              <a:t>Releases</a:t>
            </a:r>
            <a:r>
              <a:rPr dirty="0" sz="2800" spc="-40">
                <a:solidFill>
                  <a:srgbClr val="090909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90909"/>
                </a:solidFill>
                <a:latin typeface="Times New Roman"/>
                <a:cs typeface="Times New Roman"/>
              </a:rPr>
              <a:t>harmful</a:t>
            </a:r>
            <a:r>
              <a:rPr dirty="0" sz="2800" spc="-30">
                <a:solidFill>
                  <a:srgbClr val="090909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090909"/>
                </a:solidFill>
                <a:latin typeface="Times New Roman"/>
                <a:cs typeface="Times New Roman"/>
              </a:rPr>
              <a:t>chemicals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Clr>
                <a:srgbClr val="000000"/>
              </a:buClr>
              <a:buFont typeface="Wingdings"/>
              <a:buChar char=""/>
              <a:tabLst>
                <a:tab pos="469265" algn="l"/>
              </a:tabLst>
            </a:pPr>
            <a:r>
              <a:rPr dirty="0" sz="2800" spc="-20">
                <a:solidFill>
                  <a:srgbClr val="090909"/>
                </a:solidFill>
                <a:latin typeface="Times New Roman"/>
                <a:cs typeface="Times New Roman"/>
              </a:rPr>
              <a:t>Non-</a:t>
            </a:r>
            <a:r>
              <a:rPr dirty="0" sz="2800">
                <a:solidFill>
                  <a:srgbClr val="090909"/>
                </a:solidFill>
                <a:latin typeface="Times New Roman"/>
                <a:cs typeface="Times New Roman"/>
              </a:rPr>
              <a:t>renewable</a:t>
            </a:r>
            <a:r>
              <a:rPr dirty="0" sz="2800" spc="-60">
                <a:solidFill>
                  <a:srgbClr val="090909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90909"/>
                </a:solidFill>
                <a:latin typeface="Times New Roman"/>
                <a:cs typeface="Times New Roman"/>
              </a:rPr>
              <a:t>resource</a:t>
            </a:r>
            <a:r>
              <a:rPr dirty="0" sz="2800" spc="-50">
                <a:solidFill>
                  <a:srgbClr val="090909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090909"/>
                </a:solidFill>
                <a:latin typeface="Times New Roman"/>
                <a:cs typeface="Times New Roman"/>
              </a:rPr>
              <a:t>dependency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135614" y="4815078"/>
            <a:ext cx="5755640" cy="2159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00AFEF"/>
                </a:solidFill>
                <a:latin typeface="Times New Roman"/>
                <a:cs typeface="Times New Roman"/>
              </a:rPr>
              <a:t>Zero</a:t>
            </a:r>
            <a:r>
              <a:rPr dirty="0" sz="2800" spc="-1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0AFEF"/>
                </a:solidFill>
                <a:latin typeface="Times New Roman"/>
                <a:cs typeface="Times New Roman"/>
              </a:rPr>
              <a:t>trees</a:t>
            </a:r>
            <a:r>
              <a:rPr dirty="0" sz="2800" spc="-2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0AFEF"/>
                </a:solidFill>
                <a:latin typeface="Times New Roman"/>
                <a:cs typeface="Times New Roman"/>
              </a:rPr>
              <a:t>cut-</a:t>
            </a:r>
            <a:r>
              <a:rPr dirty="0" sz="2800" spc="-3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2800" spc="-20">
                <a:solidFill>
                  <a:srgbClr val="00AFEF"/>
                </a:solidFill>
                <a:latin typeface="Times New Roman"/>
                <a:cs typeface="Times New Roman"/>
              </a:rPr>
              <a:t>ever</a:t>
            </a:r>
            <a:endParaRPr sz="2800">
              <a:latin typeface="Times New Roman"/>
              <a:cs typeface="Times New Roman"/>
            </a:endParaRPr>
          </a:p>
          <a:p>
            <a:pPr marL="12700" marR="5080" indent="8890">
              <a:lnSpc>
                <a:spcPct val="100000"/>
              </a:lnSpc>
            </a:pPr>
            <a:r>
              <a:rPr dirty="0" sz="2800">
                <a:solidFill>
                  <a:srgbClr val="00AFEF"/>
                </a:solidFill>
                <a:latin typeface="Times New Roman"/>
                <a:cs typeface="Times New Roman"/>
              </a:rPr>
              <a:t>Oxygen</a:t>
            </a:r>
            <a:r>
              <a:rPr dirty="0" sz="2800" spc="-6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0AFEF"/>
                </a:solidFill>
                <a:latin typeface="Times New Roman"/>
                <a:cs typeface="Times New Roman"/>
              </a:rPr>
              <a:t>&amp;</a:t>
            </a:r>
            <a:r>
              <a:rPr dirty="0" sz="2800" spc="-6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0AFEF"/>
                </a:solidFill>
                <a:latin typeface="Times New Roman"/>
                <a:cs typeface="Times New Roman"/>
              </a:rPr>
              <a:t>hydrogen</a:t>
            </a:r>
            <a:r>
              <a:rPr dirty="0" sz="2800" spc="-6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0AFEF"/>
                </a:solidFill>
                <a:latin typeface="Times New Roman"/>
                <a:cs typeface="Times New Roman"/>
              </a:rPr>
              <a:t>peroxide</a:t>
            </a:r>
            <a:r>
              <a:rPr dirty="0" sz="2800" spc="-6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00AFEF"/>
                </a:solidFill>
                <a:latin typeface="Times New Roman"/>
                <a:cs typeface="Times New Roman"/>
              </a:rPr>
              <a:t>bleaching </a:t>
            </a:r>
            <a:r>
              <a:rPr dirty="0" sz="2800">
                <a:solidFill>
                  <a:srgbClr val="00AFEF"/>
                </a:solidFill>
                <a:latin typeface="Times New Roman"/>
                <a:cs typeface="Times New Roman"/>
              </a:rPr>
              <a:t>70%</a:t>
            </a:r>
            <a:r>
              <a:rPr dirty="0" sz="2800" spc="-3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0AFEF"/>
                </a:solidFill>
                <a:latin typeface="Times New Roman"/>
                <a:cs typeface="Times New Roman"/>
              </a:rPr>
              <a:t>less</a:t>
            </a:r>
            <a:r>
              <a:rPr dirty="0" sz="2800" spc="-4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0AFEF"/>
                </a:solidFill>
                <a:latin typeface="Times New Roman"/>
                <a:cs typeface="Times New Roman"/>
              </a:rPr>
              <a:t>water</a:t>
            </a:r>
            <a:r>
              <a:rPr dirty="0" sz="2800" spc="-1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00AFEF"/>
                </a:solidFill>
                <a:latin typeface="Times New Roman"/>
                <a:cs typeface="Times New Roman"/>
              </a:rPr>
              <a:t>consumption</a:t>
            </a:r>
            <a:endParaRPr sz="2800">
              <a:latin typeface="Times New Roman"/>
              <a:cs typeface="Times New Roman"/>
            </a:endParaRPr>
          </a:p>
          <a:p>
            <a:pPr marL="38100" marR="463550" indent="27305">
              <a:lnSpc>
                <a:spcPct val="100000"/>
              </a:lnSpc>
            </a:pPr>
            <a:r>
              <a:rPr dirty="0" sz="2800" spc="-20">
                <a:solidFill>
                  <a:srgbClr val="00AFEF"/>
                </a:solidFill>
                <a:latin typeface="Times New Roman"/>
                <a:cs typeface="Times New Roman"/>
              </a:rPr>
              <a:t>Non-</a:t>
            </a:r>
            <a:r>
              <a:rPr dirty="0" sz="2800">
                <a:solidFill>
                  <a:srgbClr val="00AFEF"/>
                </a:solidFill>
                <a:latin typeface="Times New Roman"/>
                <a:cs typeface="Times New Roman"/>
              </a:rPr>
              <a:t>toxic,biodegradable</a:t>
            </a:r>
            <a:r>
              <a:rPr dirty="0" sz="2800" spc="-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00AFEF"/>
                </a:solidFill>
                <a:latin typeface="Times New Roman"/>
                <a:cs typeface="Times New Roman"/>
              </a:rPr>
              <a:t>chemicals </a:t>
            </a:r>
            <a:r>
              <a:rPr dirty="0" sz="2800">
                <a:solidFill>
                  <a:srgbClr val="00AFEF"/>
                </a:solidFill>
                <a:latin typeface="Times New Roman"/>
                <a:cs typeface="Times New Roman"/>
              </a:rPr>
              <a:t>Renewable</a:t>
            </a:r>
            <a:r>
              <a:rPr dirty="0" sz="2800" spc="-2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0AFEF"/>
                </a:solidFill>
                <a:latin typeface="Times New Roman"/>
                <a:cs typeface="Times New Roman"/>
              </a:rPr>
              <a:t>agricultural</a:t>
            </a:r>
            <a:r>
              <a:rPr dirty="0" sz="2800" spc="-5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0AFEF"/>
                </a:solidFill>
                <a:latin typeface="Times New Roman"/>
                <a:cs typeface="Times New Roman"/>
              </a:rPr>
              <a:t>waste</a:t>
            </a:r>
            <a:r>
              <a:rPr dirty="0" sz="2800" spc="-25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00AFEF"/>
                </a:solidFill>
                <a:latin typeface="Times New Roman"/>
                <a:cs typeface="Times New Roman"/>
              </a:rPr>
              <a:t>inputs.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19910" y="395097"/>
            <a:ext cx="3119500" cy="129412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902586" cy="1485773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22675" y="0"/>
            <a:ext cx="5261356" cy="155854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04118" y="0"/>
            <a:ext cx="2365502" cy="15585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4219936" y="7214107"/>
            <a:ext cx="350964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57350" algn="l"/>
              </a:tabLst>
            </a:pPr>
            <a:r>
              <a:rPr dirty="0" sz="4200" spc="-20" b="1">
                <a:solidFill>
                  <a:srgbClr val="00AFEF"/>
                </a:solidFill>
                <a:latin typeface="Times New Roman"/>
                <a:cs typeface="Times New Roman"/>
              </a:rPr>
              <a:t>TECH</a:t>
            </a:r>
            <a:r>
              <a:rPr dirty="0" sz="4200" b="1">
                <a:solidFill>
                  <a:srgbClr val="00AFEF"/>
                </a:solidFill>
                <a:latin typeface="Times New Roman"/>
                <a:cs typeface="Times New Roman"/>
              </a:rPr>
              <a:t>	</a:t>
            </a:r>
            <a:r>
              <a:rPr dirty="0" sz="4200" spc="-10" b="1">
                <a:solidFill>
                  <a:srgbClr val="00AFEF"/>
                </a:solidFill>
                <a:latin typeface="Times New Roman"/>
                <a:cs typeface="Times New Roman"/>
              </a:rPr>
              <a:t>STACK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5790819" y="769111"/>
            <a:ext cx="11778615" cy="9057640"/>
          </a:xfrm>
          <a:custGeom>
            <a:avLst/>
            <a:gdLst/>
            <a:ahLst/>
            <a:cxnLst/>
            <a:rect l="l" t="t" r="r" b="b"/>
            <a:pathLst>
              <a:path w="11778615" h="9057640">
                <a:moveTo>
                  <a:pt x="7086600" y="5110988"/>
                </a:moveTo>
                <a:lnTo>
                  <a:pt x="7083196" y="5066182"/>
                </a:lnTo>
                <a:lnTo>
                  <a:pt x="7073303" y="5023193"/>
                </a:lnTo>
                <a:lnTo>
                  <a:pt x="7057352" y="4982426"/>
                </a:lnTo>
                <a:lnTo>
                  <a:pt x="7035774" y="4944262"/>
                </a:lnTo>
                <a:lnTo>
                  <a:pt x="7009041" y="4909121"/>
                </a:lnTo>
                <a:lnTo>
                  <a:pt x="6977583" y="4877371"/>
                </a:lnTo>
                <a:lnTo>
                  <a:pt x="6941833" y="4849431"/>
                </a:lnTo>
                <a:lnTo>
                  <a:pt x="6902247" y="4825682"/>
                </a:lnTo>
                <a:lnTo>
                  <a:pt x="6859257" y="4806531"/>
                </a:lnTo>
                <a:lnTo>
                  <a:pt x="6813321" y="4792357"/>
                </a:lnTo>
                <a:lnTo>
                  <a:pt x="6764871" y="4783556"/>
                </a:lnTo>
                <a:lnTo>
                  <a:pt x="6714363" y="4780534"/>
                </a:lnTo>
                <a:lnTo>
                  <a:pt x="372237" y="4780534"/>
                </a:lnTo>
                <a:lnTo>
                  <a:pt x="321741" y="4783556"/>
                </a:lnTo>
                <a:lnTo>
                  <a:pt x="273304" y="4792357"/>
                </a:lnTo>
                <a:lnTo>
                  <a:pt x="227380" y="4806531"/>
                </a:lnTo>
                <a:lnTo>
                  <a:pt x="184404" y="4825682"/>
                </a:lnTo>
                <a:lnTo>
                  <a:pt x="144805" y="4849431"/>
                </a:lnTo>
                <a:lnTo>
                  <a:pt x="109054" y="4877371"/>
                </a:lnTo>
                <a:lnTo>
                  <a:pt x="77584" y="4909121"/>
                </a:lnTo>
                <a:lnTo>
                  <a:pt x="50838" y="4944262"/>
                </a:lnTo>
                <a:lnTo>
                  <a:pt x="29260" y="4982426"/>
                </a:lnTo>
                <a:lnTo>
                  <a:pt x="13296" y="5023193"/>
                </a:lnTo>
                <a:lnTo>
                  <a:pt x="3390" y="5066182"/>
                </a:lnTo>
                <a:lnTo>
                  <a:pt x="0" y="5110988"/>
                </a:lnTo>
                <a:lnTo>
                  <a:pt x="0" y="8726970"/>
                </a:lnTo>
                <a:lnTo>
                  <a:pt x="3390" y="8771814"/>
                </a:lnTo>
                <a:lnTo>
                  <a:pt x="13296" y="8814829"/>
                </a:lnTo>
                <a:lnTo>
                  <a:pt x="29260" y="8855608"/>
                </a:lnTo>
                <a:lnTo>
                  <a:pt x="50838" y="8893772"/>
                </a:lnTo>
                <a:lnTo>
                  <a:pt x="77584" y="8928925"/>
                </a:lnTo>
                <a:lnTo>
                  <a:pt x="109054" y="8960663"/>
                </a:lnTo>
                <a:lnTo>
                  <a:pt x="144805" y="8988603"/>
                </a:lnTo>
                <a:lnTo>
                  <a:pt x="184404" y="9012352"/>
                </a:lnTo>
                <a:lnTo>
                  <a:pt x="227380" y="9031503"/>
                </a:lnTo>
                <a:lnTo>
                  <a:pt x="273304" y="9045677"/>
                </a:lnTo>
                <a:lnTo>
                  <a:pt x="321741" y="9054465"/>
                </a:lnTo>
                <a:lnTo>
                  <a:pt x="372237" y="9057475"/>
                </a:lnTo>
                <a:lnTo>
                  <a:pt x="6714363" y="9057475"/>
                </a:lnTo>
                <a:lnTo>
                  <a:pt x="6764871" y="9054465"/>
                </a:lnTo>
                <a:lnTo>
                  <a:pt x="6813321" y="9045677"/>
                </a:lnTo>
                <a:lnTo>
                  <a:pt x="6859257" y="9031503"/>
                </a:lnTo>
                <a:lnTo>
                  <a:pt x="6902247" y="9012352"/>
                </a:lnTo>
                <a:lnTo>
                  <a:pt x="6941833" y="8988603"/>
                </a:lnTo>
                <a:lnTo>
                  <a:pt x="6977583" y="8960663"/>
                </a:lnTo>
                <a:lnTo>
                  <a:pt x="7009041" y="8928925"/>
                </a:lnTo>
                <a:lnTo>
                  <a:pt x="7035774" y="8893772"/>
                </a:lnTo>
                <a:lnTo>
                  <a:pt x="7057352" y="8855608"/>
                </a:lnTo>
                <a:lnTo>
                  <a:pt x="7073303" y="8814829"/>
                </a:lnTo>
                <a:lnTo>
                  <a:pt x="7083196" y="8771814"/>
                </a:lnTo>
                <a:lnTo>
                  <a:pt x="7086600" y="8726970"/>
                </a:lnTo>
                <a:lnTo>
                  <a:pt x="7086600" y="5110988"/>
                </a:lnTo>
                <a:close/>
              </a:path>
              <a:path w="11778615" h="9057640">
                <a:moveTo>
                  <a:pt x="11778488" y="338074"/>
                </a:moveTo>
                <a:lnTo>
                  <a:pt x="11775389" y="292214"/>
                </a:lnTo>
                <a:lnTo>
                  <a:pt x="11766398" y="248208"/>
                </a:lnTo>
                <a:lnTo>
                  <a:pt x="11751907" y="206502"/>
                </a:lnTo>
                <a:lnTo>
                  <a:pt x="11732324" y="167462"/>
                </a:lnTo>
                <a:lnTo>
                  <a:pt x="11708028" y="131508"/>
                </a:lnTo>
                <a:lnTo>
                  <a:pt x="11679453" y="99034"/>
                </a:lnTo>
                <a:lnTo>
                  <a:pt x="11646980" y="70459"/>
                </a:lnTo>
                <a:lnTo>
                  <a:pt x="11611026" y="46164"/>
                </a:lnTo>
                <a:lnTo>
                  <a:pt x="11571986" y="26581"/>
                </a:lnTo>
                <a:lnTo>
                  <a:pt x="11530279" y="12090"/>
                </a:lnTo>
                <a:lnTo>
                  <a:pt x="11486274" y="3098"/>
                </a:lnTo>
                <a:lnTo>
                  <a:pt x="11440414" y="0"/>
                </a:lnTo>
                <a:lnTo>
                  <a:pt x="7708900" y="0"/>
                </a:lnTo>
                <a:lnTo>
                  <a:pt x="7663027" y="3098"/>
                </a:lnTo>
                <a:lnTo>
                  <a:pt x="7619022" y="12090"/>
                </a:lnTo>
                <a:lnTo>
                  <a:pt x="7577315" y="26581"/>
                </a:lnTo>
                <a:lnTo>
                  <a:pt x="7538275" y="46164"/>
                </a:lnTo>
                <a:lnTo>
                  <a:pt x="7502322" y="70459"/>
                </a:lnTo>
                <a:lnTo>
                  <a:pt x="7469848" y="99034"/>
                </a:lnTo>
                <a:lnTo>
                  <a:pt x="7441273" y="131508"/>
                </a:lnTo>
                <a:lnTo>
                  <a:pt x="7416978" y="167462"/>
                </a:lnTo>
                <a:lnTo>
                  <a:pt x="7397394" y="206502"/>
                </a:lnTo>
                <a:lnTo>
                  <a:pt x="7382904" y="248208"/>
                </a:lnTo>
                <a:lnTo>
                  <a:pt x="7373912" y="292214"/>
                </a:lnTo>
                <a:lnTo>
                  <a:pt x="7370813" y="338074"/>
                </a:lnTo>
                <a:lnTo>
                  <a:pt x="7370813" y="4036695"/>
                </a:lnTo>
                <a:lnTo>
                  <a:pt x="7373912" y="4082567"/>
                </a:lnTo>
                <a:lnTo>
                  <a:pt x="7382904" y="4126560"/>
                </a:lnTo>
                <a:lnTo>
                  <a:pt x="7397394" y="4168267"/>
                </a:lnTo>
                <a:lnTo>
                  <a:pt x="7416978" y="4207294"/>
                </a:lnTo>
                <a:lnTo>
                  <a:pt x="7441273" y="4243235"/>
                </a:lnTo>
                <a:lnTo>
                  <a:pt x="7469848" y="4275683"/>
                </a:lnTo>
                <a:lnTo>
                  <a:pt x="7502322" y="4304246"/>
                </a:lnTo>
                <a:lnTo>
                  <a:pt x="7538275" y="4328515"/>
                </a:lnTo>
                <a:lnTo>
                  <a:pt x="7577315" y="4348099"/>
                </a:lnTo>
                <a:lnTo>
                  <a:pt x="7619022" y="4362577"/>
                </a:lnTo>
                <a:lnTo>
                  <a:pt x="7663027" y="4371568"/>
                </a:lnTo>
                <a:lnTo>
                  <a:pt x="7708900" y="4374642"/>
                </a:lnTo>
                <a:lnTo>
                  <a:pt x="11440414" y="4374642"/>
                </a:lnTo>
                <a:lnTo>
                  <a:pt x="11486274" y="4371568"/>
                </a:lnTo>
                <a:lnTo>
                  <a:pt x="11530279" y="4362577"/>
                </a:lnTo>
                <a:lnTo>
                  <a:pt x="11571986" y="4348099"/>
                </a:lnTo>
                <a:lnTo>
                  <a:pt x="11611026" y="4328515"/>
                </a:lnTo>
                <a:lnTo>
                  <a:pt x="11646980" y="4304246"/>
                </a:lnTo>
                <a:lnTo>
                  <a:pt x="11679453" y="4275683"/>
                </a:lnTo>
                <a:lnTo>
                  <a:pt x="11708028" y="4243235"/>
                </a:lnTo>
                <a:lnTo>
                  <a:pt x="11732324" y="4207294"/>
                </a:lnTo>
                <a:lnTo>
                  <a:pt x="11751907" y="4168267"/>
                </a:lnTo>
                <a:lnTo>
                  <a:pt x="11766398" y="4126560"/>
                </a:lnTo>
                <a:lnTo>
                  <a:pt x="11775389" y="4082567"/>
                </a:lnTo>
                <a:lnTo>
                  <a:pt x="11778488" y="4036695"/>
                </a:lnTo>
                <a:lnTo>
                  <a:pt x="11778488" y="338074"/>
                </a:lnTo>
                <a:close/>
              </a:path>
            </a:pathLst>
          </a:custGeom>
          <a:solidFill>
            <a:srgbClr val="C623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8243316" y="1422527"/>
            <a:ext cx="1808480" cy="483234"/>
          </a:xfrm>
          <a:prstGeom prst="rect">
            <a:avLst/>
          </a:prstGeom>
          <a:solidFill>
            <a:srgbClr val="0000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704"/>
              </a:lnSpc>
            </a:pPr>
            <a:r>
              <a:rPr dirty="0" sz="3400" spc="-10" b="1">
                <a:solidFill>
                  <a:srgbClr val="FFFFFF"/>
                </a:solidFill>
                <a:latin typeface="Arial"/>
                <a:cs typeface="Arial"/>
              </a:rPr>
              <a:t>Backend</a:t>
            </a:r>
            <a:endParaRPr sz="34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062343" y="1868574"/>
            <a:ext cx="4161154" cy="2219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3810">
              <a:lnSpc>
                <a:spcPct val="120000"/>
              </a:lnSpc>
              <a:spcBef>
                <a:spcPts val="95"/>
              </a:spcBef>
            </a:pPr>
            <a:r>
              <a:rPr dirty="0" sz="4000" spc="-10">
                <a:solidFill>
                  <a:srgbClr val="FFFF00"/>
                </a:solidFill>
                <a:latin typeface="Times New Roman"/>
                <a:cs typeface="Times New Roman"/>
              </a:rPr>
              <a:t>Node.js,Express.js, Firebase/MangoDB, </a:t>
            </a:r>
            <a:r>
              <a:rPr dirty="0" sz="4000">
                <a:solidFill>
                  <a:srgbClr val="FFFF00"/>
                </a:solidFill>
                <a:latin typeface="Times New Roman"/>
                <a:cs typeface="Times New Roman"/>
              </a:rPr>
              <a:t>Rest</a:t>
            </a:r>
            <a:r>
              <a:rPr dirty="0" sz="4000" spc="-7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4000" spc="-10">
                <a:solidFill>
                  <a:srgbClr val="FFFF00"/>
                </a:solidFill>
                <a:latin typeface="Times New Roman"/>
                <a:cs typeface="Times New Roman"/>
              </a:rPr>
              <a:t>APIs.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961378" y="6068314"/>
            <a:ext cx="4859020" cy="46482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575"/>
              </a:lnSpc>
            </a:pPr>
            <a:r>
              <a:rPr dirty="0" sz="3250" b="1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r>
              <a:rPr dirty="0" sz="325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25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3250" spc="-10" b="1">
                <a:solidFill>
                  <a:srgbClr val="FFFFFF"/>
                </a:solidFill>
                <a:latin typeface="Arial"/>
                <a:cs typeface="Arial"/>
              </a:rPr>
              <a:t> Depolyment</a:t>
            </a:r>
            <a:endParaRPr sz="32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705090" y="6495059"/>
            <a:ext cx="3369310" cy="2952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1905">
              <a:lnSpc>
                <a:spcPct val="120000"/>
              </a:lnSpc>
              <a:spcBef>
                <a:spcPts val="100"/>
              </a:spcBef>
            </a:pPr>
            <a:r>
              <a:rPr dirty="0" sz="4000">
                <a:solidFill>
                  <a:srgbClr val="FFFF00"/>
                </a:solidFill>
                <a:latin typeface="Times New Roman"/>
                <a:cs typeface="Times New Roman"/>
              </a:rPr>
              <a:t>Git</a:t>
            </a:r>
            <a:r>
              <a:rPr dirty="0" sz="4000" spc="-45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4000">
                <a:solidFill>
                  <a:srgbClr val="FFFF00"/>
                </a:solidFill>
                <a:latin typeface="Times New Roman"/>
                <a:cs typeface="Times New Roman"/>
              </a:rPr>
              <a:t>&amp;</a:t>
            </a:r>
            <a:r>
              <a:rPr dirty="0" sz="4000" spc="-35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4000" spc="-10">
                <a:solidFill>
                  <a:srgbClr val="FFFF00"/>
                </a:solidFill>
                <a:latin typeface="Times New Roman"/>
                <a:cs typeface="Times New Roman"/>
              </a:rPr>
              <a:t>GitHub </a:t>
            </a:r>
            <a:r>
              <a:rPr dirty="0" sz="4000">
                <a:solidFill>
                  <a:srgbClr val="FFFF00"/>
                </a:solidFill>
                <a:latin typeface="Times New Roman"/>
                <a:cs typeface="Times New Roman"/>
              </a:rPr>
              <a:t>CI/CD</a:t>
            </a:r>
            <a:r>
              <a:rPr dirty="0" sz="4000" spc="-114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4000" spc="-10">
                <a:solidFill>
                  <a:srgbClr val="FFFF00"/>
                </a:solidFill>
                <a:latin typeface="Times New Roman"/>
                <a:cs typeface="Times New Roman"/>
              </a:rPr>
              <a:t>Pipelines </a:t>
            </a:r>
            <a:r>
              <a:rPr dirty="0" sz="4000">
                <a:solidFill>
                  <a:srgbClr val="FFFF00"/>
                </a:solidFill>
                <a:latin typeface="Times New Roman"/>
                <a:cs typeface="Times New Roman"/>
              </a:rPr>
              <a:t>Netlify/</a:t>
            </a:r>
            <a:r>
              <a:rPr dirty="0" sz="4000" spc="-105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4000" spc="-10">
                <a:solidFill>
                  <a:srgbClr val="FFFF00"/>
                </a:solidFill>
                <a:latin typeface="Times New Roman"/>
                <a:cs typeface="Times New Roman"/>
              </a:rPr>
              <a:t>Vercel </a:t>
            </a:r>
            <a:r>
              <a:rPr dirty="0" sz="4000">
                <a:solidFill>
                  <a:srgbClr val="FFFF00"/>
                </a:solidFill>
                <a:latin typeface="Times New Roman"/>
                <a:cs typeface="Times New Roman"/>
              </a:rPr>
              <a:t>Cloud</a:t>
            </a:r>
            <a:r>
              <a:rPr dirty="0" sz="4000" spc="-95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4000" spc="-10">
                <a:solidFill>
                  <a:srgbClr val="FFFF00"/>
                </a:solidFill>
                <a:latin typeface="Times New Roman"/>
                <a:cs typeface="Times New Roman"/>
              </a:rPr>
              <a:t>Hosting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458722" y="5425947"/>
            <a:ext cx="3362325" cy="49403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790"/>
              </a:lnSpc>
            </a:pPr>
            <a:r>
              <a:rPr dirty="0" sz="3450" b="1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345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450" b="1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3450" spc="-10" b="1">
                <a:solidFill>
                  <a:srgbClr val="FFFFFF"/>
                </a:solidFill>
                <a:latin typeface="Arial"/>
                <a:cs typeface="Arial"/>
              </a:rPr>
              <a:t>Machine</a:t>
            </a:r>
            <a:endParaRPr sz="34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146045" y="6061455"/>
            <a:ext cx="1878330" cy="49403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795"/>
              </a:lnSpc>
            </a:pPr>
            <a:r>
              <a:rPr dirty="0" sz="3450" spc="-10" b="1">
                <a:solidFill>
                  <a:srgbClr val="FFFFFF"/>
                </a:solidFill>
                <a:latin typeface="Arial"/>
                <a:cs typeface="Arial"/>
              </a:rPr>
              <a:t>Learning</a:t>
            </a:r>
            <a:endParaRPr sz="34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89050" y="6520456"/>
            <a:ext cx="3579495" cy="2951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3175">
              <a:lnSpc>
                <a:spcPct val="120000"/>
              </a:lnSpc>
              <a:spcBef>
                <a:spcPts val="95"/>
              </a:spcBef>
            </a:pPr>
            <a:r>
              <a:rPr dirty="0" sz="4000">
                <a:solidFill>
                  <a:srgbClr val="FFFF00"/>
                </a:solidFill>
                <a:latin typeface="Times New Roman"/>
                <a:cs typeface="Times New Roman"/>
              </a:rPr>
              <a:t>Python,</a:t>
            </a:r>
            <a:r>
              <a:rPr dirty="0" sz="4000" spc="-135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4000" spc="-10">
                <a:solidFill>
                  <a:srgbClr val="FFFF00"/>
                </a:solidFill>
                <a:latin typeface="Times New Roman"/>
                <a:cs typeface="Times New Roman"/>
              </a:rPr>
              <a:t>Machine </a:t>
            </a:r>
            <a:r>
              <a:rPr dirty="0" sz="4000">
                <a:solidFill>
                  <a:srgbClr val="FFFF00"/>
                </a:solidFill>
                <a:latin typeface="Times New Roman"/>
                <a:cs typeface="Times New Roman"/>
              </a:rPr>
              <a:t>learning</a:t>
            </a:r>
            <a:r>
              <a:rPr dirty="0" sz="4000" spc="-13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4000" spc="-10">
                <a:solidFill>
                  <a:srgbClr val="FFFF00"/>
                </a:solidFill>
                <a:latin typeface="Times New Roman"/>
                <a:cs typeface="Times New Roman"/>
              </a:rPr>
              <a:t>Models, </a:t>
            </a:r>
            <a:r>
              <a:rPr dirty="0" sz="4000">
                <a:solidFill>
                  <a:srgbClr val="FFFF00"/>
                </a:solidFill>
                <a:latin typeface="Times New Roman"/>
                <a:cs typeface="Times New Roman"/>
              </a:rPr>
              <a:t>Data</a:t>
            </a:r>
            <a:r>
              <a:rPr dirty="0" sz="4000" spc="-114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4000">
                <a:solidFill>
                  <a:srgbClr val="FFFF00"/>
                </a:solidFill>
                <a:latin typeface="Times New Roman"/>
                <a:cs typeface="Times New Roman"/>
              </a:rPr>
              <a:t>Analytics</a:t>
            </a:r>
            <a:r>
              <a:rPr dirty="0" sz="4000" spc="-11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4000" spc="-50">
                <a:solidFill>
                  <a:srgbClr val="FFFF00"/>
                </a:solidFill>
                <a:latin typeface="Times New Roman"/>
                <a:cs typeface="Times New Roman"/>
              </a:rPr>
              <a:t>&amp; </a:t>
            </a:r>
            <a:r>
              <a:rPr dirty="0" sz="4000" spc="-10">
                <a:solidFill>
                  <a:srgbClr val="FFFF00"/>
                </a:solidFill>
                <a:latin typeface="Times New Roman"/>
                <a:cs typeface="Times New Roman"/>
              </a:rPr>
              <a:t>Optimization.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4667611" y="1462405"/>
            <a:ext cx="1511935" cy="483234"/>
          </a:xfrm>
          <a:prstGeom prst="rect">
            <a:avLst/>
          </a:prstGeom>
          <a:solidFill>
            <a:srgbClr val="00000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3704"/>
              </a:lnSpc>
            </a:pPr>
            <a:r>
              <a:rPr dirty="0" sz="3400" b="1">
                <a:solidFill>
                  <a:srgbClr val="FFFFFF"/>
                </a:solidFill>
                <a:latin typeface="Arial"/>
                <a:cs typeface="Arial"/>
              </a:rPr>
              <a:t>APIs</a:t>
            </a:r>
            <a:r>
              <a:rPr dirty="0" sz="34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400" spc="-50" b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endParaRPr sz="34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129638" y="2084197"/>
            <a:ext cx="2480310" cy="483234"/>
          </a:xfrm>
          <a:prstGeom prst="rect">
            <a:avLst/>
          </a:prstGeom>
          <a:solidFill>
            <a:srgbClr val="00000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3704"/>
              </a:lnSpc>
            </a:pPr>
            <a:r>
              <a:rPr dirty="0" sz="3400" spc="-10" b="1">
                <a:solidFill>
                  <a:srgbClr val="FFFFFF"/>
                </a:solidFill>
                <a:latin typeface="Arial"/>
                <a:cs typeface="Arial"/>
              </a:rPr>
              <a:t>Integrations</a:t>
            </a:r>
            <a:endParaRPr sz="34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4054073" y="2529420"/>
            <a:ext cx="2621915" cy="1489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42545">
              <a:lnSpc>
                <a:spcPct val="120000"/>
              </a:lnSpc>
              <a:spcBef>
                <a:spcPts val="105"/>
              </a:spcBef>
            </a:pPr>
            <a:r>
              <a:rPr dirty="0" sz="4000">
                <a:solidFill>
                  <a:srgbClr val="FFFF00"/>
                </a:solidFill>
                <a:latin typeface="Times New Roman"/>
                <a:cs typeface="Times New Roman"/>
              </a:rPr>
              <a:t>Cloud </a:t>
            </a:r>
            <a:r>
              <a:rPr dirty="0" sz="4000" spc="-20">
                <a:solidFill>
                  <a:srgbClr val="FFFF00"/>
                </a:solidFill>
                <a:latin typeface="Times New Roman"/>
                <a:cs typeface="Times New Roman"/>
              </a:rPr>
              <a:t>APIs, </a:t>
            </a:r>
            <a:r>
              <a:rPr dirty="0" sz="4000">
                <a:solidFill>
                  <a:srgbClr val="FFFF00"/>
                </a:solidFill>
                <a:latin typeface="Times New Roman"/>
                <a:cs typeface="Times New Roman"/>
              </a:rPr>
              <a:t>Model</a:t>
            </a:r>
            <a:r>
              <a:rPr dirty="0" sz="4000" spc="-95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4000" spc="-20">
                <a:solidFill>
                  <a:srgbClr val="FFFF00"/>
                </a:solidFill>
                <a:latin typeface="Times New Roman"/>
                <a:cs typeface="Times New Roman"/>
              </a:rPr>
              <a:t>APIs.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698498" y="1384046"/>
            <a:ext cx="2491105" cy="56896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365"/>
              </a:lnSpc>
            </a:pPr>
            <a:r>
              <a:rPr dirty="0" sz="4000" spc="-10" b="1">
                <a:solidFill>
                  <a:srgbClr val="FFFFFF"/>
                </a:solidFill>
                <a:latin typeface="Arial"/>
                <a:cs typeface="Arial"/>
              </a:rPr>
              <a:t>Frontened</a:t>
            </a:r>
            <a:endParaRPr sz="40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253134" y="1925853"/>
            <a:ext cx="3368675" cy="222059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algn="ctr" marL="3175">
              <a:lnSpc>
                <a:spcPct val="100000"/>
              </a:lnSpc>
              <a:spcBef>
                <a:spcPts val="1060"/>
              </a:spcBef>
            </a:pPr>
            <a:r>
              <a:rPr dirty="0" sz="4000">
                <a:solidFill>
                  <a:srgbClr val="FFFF00"/>
                </a:solidFill>
                <a:latin typeface="Times New Roman"/>
                <a:cs typeface="Times New Roman"/>
              </a:rPr>
              <a:t>HTML,</a:t>
            </a:r>
            <a:r>
              <a:rPr dirty="0" sz="4000" spc="-13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4000" spc="-20">
                <a:solidFill>
                  <a:srgbClr val="FFFF00"/>
                </a:solidFill>
                <a:latin typeface="Times New Roman"/>
                <a:cs typeface="Times New Roman"/>
              </a:rPr>
              <a:t>CSS,</a:t>
            </a:r>
            <a:endParaRPr sz="4000">
              <a:latin typeface="Times New Roman"/>
              <a:cs typeface="Times New Roman"/>
            </a:endParaRPr>
          </a:p>
          <a:p>
            <a:pPr algn="ctr" marL="12700" marR="5080" indent="635">
              <a:lnSpc>
                <a:spcPct val="120000"/>
              </a:lnSpc>
            </a:pPr>
            <a:r>
              <a:rPr dirty="0" sz="4000" spc="-10">
                <a:solidFill>
                  <a:srgbClr val="FFFF00"/>
                </a:solidFill>
                <a:latin typeface="Times New Roman"/>
                <a:cs typeface="Times New Roman"/>
              </a:rPr>
              <a:t>JavaScript, React.js/Next.js.</a:t>
            </a:r>
            <a:endParaRPr sz="4000">
              <a:latin typeface="Times New Roman"/>
              <a:cs typeface="Times New Roman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91459" y="8825750"/>
            <a:ext cx="2296540" cy="14612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63648" y="2509850"/>
            <a:ext cx="9803130" cy="10318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75325" algn="l"/>
              </a:tabLst>
            </a:pPr>
            <a:r>
              <a:rPr dirty="0" sz="6600">
                <a:solidFill>
                  <a:srgbClr val="FFFFFF"/>
                </a:solidFill>
              </a:rPr>
              <a:t>TEAM</a:t>
            </a:r>
            <a:r>
              <a:rPr dirty="0" sz="6600" spc="-40">
                <a:solidFill>
                  <a:srgbClr val="FFFFFF"/>
                </a:solidFill>
              </a:rPr>
              <a:t> </a:t>
            </a:r>
            <a:r>
              <a:rPr dirty="0" sz="6600" spc="-10">
                <a:solidFill>
                  <a:srgbClr val="FFFFFF"/>
                </a:solidFill>
              </a:rPr>
              <a:t>NAME</a:t>
            </a:r>
            <a:r>
              <a:rPr dirty="0" sz="5200" spc="-10">
                <a:solidFill>
                  <a:srgbClr val="FFFFFF"/>
                </a:solidFill>
                <a:latin typeface="Palatino Linotype"/>
                <a:cs typeface="Palatino Linotype"/>
              </a:rPr>
              <a:t>:</a:t>
            </a:r>
            <a:r>
              <a:rPr dirty="0" sz="5200">
                <a:solidFill>
                  <a:srgbClr val="FFFFFF"/>
                </a:solidFill>
                <a:latin typeface="Palatino Linotype"/>
                <a:cs typeface="Palatino Linotype"/>
              </a:rPr>
              <a:t>	</a:t>
            </a:r>
            <a:r>
              <a:rPr dirty="0" sz="5200">
                <a:solidFill>
                  <a:srgbClr val="FFFFFF"/>
                </a:solidFill>
              </a:rPr>
              <a:t>TRINOVA</a:t>
            </a:r>
            <a:r>
              <a:rPr dirty="0" sz="5200" spc="-30">
                <a:solidFill>
                  <a:srgbClr val="FFFFFF"/>
                </a:solidFill>
              </a:rPr>
              <a:t> </a:t>
            </a:r>
            <a:r>
              <a:rPr dirty="0" sz="5200" spc="-25">
                <a:solidFill>
                  <a:srgbClr val="FFFFFF"/>
                </a:solidFill>
              </a:rPr>
              <a:t>AI</a:t>
            </a:r>
            <a:endParaRPr sz="5200">
              <a:latin typeface="Palatino Linotype"/>
              <a:cs typeface="Palatino Linotyp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95730" y="4270375"/>
            <a:ext cx="7467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45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2400" spc="45">
                <a:solidFill>
                  <a:srgbClr val="FFFFFF"/>
                </a:solidFill>
                <a:latin typeface="Times New Roman"/>
                <a:cs typeface="Times New Roman"/>
              </a:rPr>
              <a:t>ame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709286" y="4270375"/>
            <a:ext cx="17729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College</a:t>
            </a:r>
            <a:r>
              <a:rPr dirty="0" sz="2400" spc="-20">
                <a:solidFill>
                  <a:srgbClr val="FFFFFF"/>
                </a:solidFill>
                <a:latin typeface="Times New Roman"/>
                <a:cs typeface="Times New Roman"/>
              </a:rPr>
              <a:t> Name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424666" y="5148198"/>
            <a:ext cx="24149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Frontened/Backend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5028682" y="5148198"/>
            <a:ext cx="9201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Female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678265" y="6026277"/>
            <a:ext cx="21672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dirty="0" sz="2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5491589" y="6026277"/>
            <a:ext cx="9201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Female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95730" y="5148198"/>
            <a:ext cx="9562465" cy="2147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65400" algn="l"/>
                <a:tab pos="6308725" algn="l"/>
                <a:tab pos="8456930" algn="l"/>
              </a:tabLst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Pancheti</a:t>
            </a:r>
            <a:r>
              <a:rPr dirty="0" sz="2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Charitha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	Siddartha</a:t>
            </a:r>
            <a:r>
              <a:rPr dirty="0" sz="2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dirty="0" sz="24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 Science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	&amp;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Puttur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240000"/>
              </a:lnSpc>
              <a:tabLst>
                <a:tab pos="2129790" algn="l"/>
                <a:tab pos="2371725" algn="l"/>
                <a:tab pos="5001895" algn="l"/>
                <a:tab pos="5245735" algn="l"/>
                <a:tab pos="6641465" algn="l"/>
                <a:tab pos="6884034" algn="l"/>
                <a:tab pos="8711565" algn="l"/>
                <a:tab pos="8803640" algn="l"/>
              </a:tabLst>
            </a:pP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O.Pavani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	Siddhartha</a:t>
            </a:r>
            <a:r>
              <a:rPr dirty="0" sz="24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dirty="0" sz="24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	&amp;</a:t>
            </a:r>
            <a:r>
              <a:rPr dirty="0" sz="2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Puttur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Komma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Thanuja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		Siddhartha</a:t>
            </a:r>
            <a:r>
              <a:rPr dirty="0" sz="2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dirty="0" sz="24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	&amp;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		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Puttur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695938" y="6904101"/>
            <a:ext cx="25469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Devops/Deployment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207851" y="6904101"/>
            <a:ext cx="9213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Female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640571" y="4252086"/>
            <a:ext cx="21920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85">
                <a:solidFill>
                  <a:srgbClr val="FFFFFF"/>
                </a:solidFill>
                <a:latin typeface="Trebuchet MS"/>
                <a:cs typeface="Trebuchet MS"/>
              </a:rPr>
              <a:t>College</a:t>
            </a:r>
            <a:r>
              <a:rPr dirty="0" sz="22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Location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2309093" y="4252086"/>
            <a:ext cx="10261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Position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5305912" y="4250563"/>
            <a:ext cx="98615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45">
                <a:solidFill>
                  <a:srgbClr val="FFFFFF"/>
                </a:solidFill>
                <a:latin typeface="Trebuchet MS"/>
                <a:cs typeface="Trebuchet MS"/>
              </a:rPr>
              <a:t>Gender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" y="0"/>
            <a:ext cx="14972665" cy="2065020"/>
            <a:chOff x="1" y="0"/>
            <a:chExt cx="14972665" cy="2065020"/>
          </a:xfrm>
        </p:grpSpPr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" y="0"/>
              <a:ext cx="2075941" cy="2064766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7887" y="0"/>
              <a:ext cx="5261355" cy="1871599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07035" y="0"/>
              <a:ext cx="2365502" cy="18691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PANCHETI CHARITHA</dc:creator>
  <dcterms:created xsi:type="dcterms:W3CDTF">2026-01-31T12:23:11Z</dcterms:created>
  <dcterms:modified xsi:type="dcterms:W3CDTF">2026-01-31T12:23:11Z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2026-01-31T00:00:00Z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2026-01-31T00:00:00Z</vt:filetime>
  </property>
  <property fmtid="{D5CDD505-2E9C-101B-9397-08002B2CF9AE}" pid="5" name="Producer">
    <vt:lpwstr>Microsoft® PowerPoint® 2021</vt:lpwstr>
  </property>
</Properties>
</file>